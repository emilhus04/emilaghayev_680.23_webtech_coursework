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1"/>
  </p:notesMasterIdLst>
  <p:sldIdLst>
    <p:sldId id="298" r:id="rId2"/>
    <p:sldId id="256" r:id="rId3"/>
    <p:sldId id="296" r:id="rId4"/>
    <p:sldId id="327" r:id="rId5"/>
    <p:sldId id="330" r:id="rId6"/>
    <p:sldId id="334" r:id="rId7"/>
    <p:sldId id="344" r:id="rId8"/>
    <p:sldId id="345" r:id="rId9"/>
    <p:sldId id="337" r:id="rId10"/>
    <p:sldId id="323" r:id="rId11"/>
    <p:sldId id="352" r:id="rId12"/>
    <p:sldId id="347" r:id="rId13"/>
    <p:sldId id="348" r:id="rId14"/>
    <p:sldId id="349" r:id="rId15"/>
    <p:sldId id="350" r:id="rId16"/>
    <p:sldId id="332" r:id="rId17"/>
    <p:sldId id="351" r:id="rId18"/>
    <p:sldId id="343" r:id="rId19"/>
    <p:sldId id="311" r:id="rId20"/>
  </p:sldIdLst>
  <p:sldSz cx="9144000" cy="5143500" type="screen16x9"/>
  <p:notesSz cx="6858000" cy="9144000"/>
  <p:embeddedFontLst>
    <p:embeddedFont>
      <p:font typeface="Aldrich" panose="02000000000000000000" pitchFamily="2" charset="0"/>
      <p:regular r:id="rId22"/>
    </p:embeddedFont>
    <p:embeddedFont>
      <p:font typeface="Bahnschrift" panose="020B0502040204020203" pitchFamily="34" charset="0"/>
      <p:regular r:id="rId23"/>
      <p:bold r:id="rId24"/>
    </p:embeddedFont>
    <p:embeddedFont>
      <p:font typeface="Bahnschrift Light" panose="020B0502040204020203" pitchFamily="34" charset="0"/>
      <p:regular r:id="rId25"/>
    </p:embeddedFont>
    <p:embeddedFont>
      <p:font typeface="Saira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BE75AA-D142-4E34-AC1E-420678392CB3}">
  <a:tblStyle styleId="{54BE75AA-D142-4E34-AC1E-420678392C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3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font" Target="fonts/font5.fntdata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4.fntdata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font" Target="fonts/font8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3.fntdata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2.fntdata" /><Relationship Id="rId28" Type="http://schemas.openxmlformats.org/officeDocument/2006/relationships/font" Target="fonts/font7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1.fntdata" /><Relationship Id="rId27" Type="http://schemas.openxmlformats.org/officeDocument/2006/relationships/font" Target="fonts/font6.fntdata" /><Relationship Id="rId30" Type="http://schemas.openxmlformats.org/officeDocument/2006/relationships/presProps" Target="pres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968D0-3FAD-9748-ABC9-56A74C0B984E}" type="doc">
      <dgm:prSet loTypeId="urn:microsoft.com/office/officeart/2005/8/layout/vProcess5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36196D4E-6ADF-2D45-8ECC-31062BA86332}">
      <dgm:prSet phldrT="[Text]" phldr="0" custT="1"/>
      <dgm:spPr/>
      <dgm:t>
        <a:bodyPr/>
        <a:lstStyle/>
        <a:p>
          <a:r>
            <a:rPr lang="ru-RU" sz="1400" dirty="0">
              <a:latin typeface="Bahnschrift" panose="020B0502040204020203" pitchFamily="34" charset="0"/>
            </a:rPr>
            <a:t>ГЛАВНАЯ СТРАНИЦА</a:t>
          </a:r>
          <a:endParaRPr lang="en-US" sz="1400" dirty="0">
            <a:latin typeface="Bahnschrift" panose="020B0502040204020203" pitchFamily="34" charset="0"/>
          </a:endParaRPr>
        </a:p>
      </dgm:t>
    </dgm:pt>
    <dgm:pt modelId="{F84DEDA8-9F45-4549-A46C-065029493E48}" type="parTrans" cxnId="{CC3E5F05-DC8B-F94D-96D9-BE6C8D1BA37E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A251A8B4-BBC4-614D-8247-0C988CC83067}" type="sibTrans" cxnId="{CC3E5F05-DC8B-F94D-96D9-BE6C8D1BA37E}">
      <dgm:prSet custT="1"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8F3B5762-6E57-4E42-BE5C-115BD34FB1FE}">
      <dgm:prSet phldrT="[Text]" phldr="0" custT="1"/>
      <dgm:spPr/>
      <dgm:t>
        <a:bodyPr/>
        <a:lstStyle/>
        <a:p>
          <a:r>
            <a:rPr lang="ru-RU" sz="1400" i="0" dirty="0">
              <a:latin typeface="Bahnschrift" panose="020B0502040204020203" pitchFamily="34" charset="0"/>
            </a:rPr>
            <a:t>ЛИЧНЫЕ ДАННЫЕ</a:t>
          </a:r>
          <a:endParaRPr lang="en-US" sz="1400" i="0" dirty="0">
            <a:latin typeface="Bahnschrift" panose="020B0502040204020203" pitchFamily="34" charset="0"/>
          </a:endParaRPr>
        </a:p>
      </dgm:t>
    </dgm:pt>
    <dgm:pt modelId="{D0E05157-05B1-D546-B5D8-5AD4B89E0824}" type="parTrans" cxnId="{11A80168-DA8A-F94D-BBEE-D06B3AC11B4D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68E800D7-A0C1-4B47-BA7F-F574B934D2BF}" type="sibTrans" cxnId="{11A80168-DA8A-F94D-BBEE-D06B3AC11B4D}">
      <dgm:prSet custT="1"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0A850416-4987-2449-AC57-549BB6603A86}">
      <dgm:prSet phldrT="[Text]" phldr="0" custT="1"/>
      <dgm:spPr/>
      <dgm:t>
        <a:bodyPr/>
        <a:lstStyle/>
        <a:p>
          <a:r>
            <a:rPr lang="ru-RU" sz="1400" dirty="0">
              <a:latin typeface="Bahnschrift" panose="020B0502040204020203" pitchFamily="34" charset="0"/>
            </a:rPr>
            <a:t>АКАДЕМИЧЕСКИЕ ДАННЫЕ</a:t>
          </a:r>
        </a:p>
      </dgm:t>
    </dgm:pt>
    <dgm:pt modelId="{8EE9ED8C-A7E2-8646-9547-A298FC29203D}" type="parTrans" cxnId="{D5043B83-BC2D-A24B-9A97-0A34A495E380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DB6E654C-B750-1944-A2C8-DE66DFDE93CB}" type="sibTrans" cxnId="{D5043B83-BC2D-A24B-9A97-0A34A495E380}">
      <dgm:prSet custT="1"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5403339C-9FF5-E145-AD1C-333ED3F9C471}">
      <dgm:prSet custT="1"/>
      <dgm:spPr/>
      <dgm:t>
        <a:bodyPr/>
        <a:lstStyle/>
        <a:p>
          <a:r>
            <a:rPr lang="ru-RU" sz="1400" dirty="0">
              <a:latin typeface="Bahnschrift" panose="020B0502040204020203" pitchFamily="34" charset="0"/>
            </a:rPr>
            <a:t>ПОДТВЕРЖДЕНИЕ</a:t>
          </a:r>
          <a:endParaRPr lang="en-US" sz="1400" dirty="0">
            <a:latin typeface="Bahnschrift" panose="020B0502040204020203" pitchFamily="34" charset="0"/>
          </a:endParaRPr>
        </a:p>
      </dgm:t>
    </dgm:pt>
    <dgm:pt modelId="{790E6002-6962-2341-8EB2-0E707CE5A5E4}" type="parTrans" cxnId="{AD46B734-9AFF-B14D-9315-902939ACC9D1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CB1ECD0F-223F-A44E-83E2-E4BB831D6736}" type="sibTrans" cxnId="{AD46B734-9AFF-B14D-9315-902939ACC9D1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0F7025AF-4505-0242-9007-2BA47DB0A5DC}" type="pres">
      <dgm:prSet presAssocID="{2A0968D0-3FAD-9748-ABC9-56A74C0B984E}" presName="outerComposite" presStyleCnt="0">
        <dgm:presLayoutVars>
          <dgm:chMax val="5"/>
          <dgm:dir/>
          <dgm:resizeHandles val="exact"/>
        </dgm:presLayoutVars>
      </dgm:prSet>
      <dgm:spPr/>
    </dgm:pt>
    <dgm:pt modelId="{92C309F8-31D7-8F4C-85C4-8F690B62BAE3}" type="pres">
      <dgm:prSet presAssocID="{2A0968D0-3FAD-9748-ABC9-56A74C0B984E}" presName="dummyMaxCanvas" presStyleCnt="0">
        <dgm:presLayoutVars/>
      </dgm:prSet>
      <dgm:spPr/>
    </dgm:pt>
    <dgm:pt modelId="{7D788ECE-4372-ED47-BBD8-8F57B4E312EC}" type="pres">
      <dgm:prSet presAssocID="{2A0968D0-3FAD-9748-ABC9-56A74C0B984E}" presName="FourNodes_1" presStyleLbl="node1" presStyleIdx="0" presStyleCnt="4">
        <dgm:presLayoutVars>
          <dgm:bulletEnabled val="1"/>
        </dgm:presLayoutVars>
      </dgm:prSet>
      <dgm:spPr/>
    </dgm:pt>
    <dgm:pt modelId="{D06F230A-D340-634E-A0C9-955EF83898D8}" type="pres">
      <dgm:prSet presAssocID="{2A0968D0-3FAD-9748-ABC9-56A74C0B984E}" presName="FourNodes_2" presStyleLbl="node1" presStyleIdx="1" presStyleCnt="4">
        <dgm:presLayoutVars>
          <dgm:bulletEnabled val="1"/>
        </dgm:presLayoutVars>
      </dgm:prSet>
      <dgm:spPr/>
    </dgm:pt>
    <dgm:pt modelId="{85DDAC39-B0B3-E946-BC6A-4721D9C0D7B3}" type="pres">
      <dgm:prSet presAssocID="{2A0968D0-3FAD-9748-ABC9-56A74C0B984E}" presName="FourNodes_3" presStyleLbl="node1" presStyleIdx="2" presStyleCnt="4">
        <dgm:presLayoutVars>
          <dgm:bulletEnabled val="1"/>
        </dgm:presLayoutVars>
      </dgm:prSet>
      <dgm:spPr/>
    </dgm:pt>
    <dgm:pt modelId="{3FB2A7DD-5513-8041-834A-8DB5AE62C9BD}" type="pres">
      <dgm:prSet presAssocID="{2A0968D0-3FAD-9748-ABC9-56A74C0B984E}" presName="FourNodes_4" presStyleLbl="node1" presStyleIdx="3" presStyleCnt="4">
        <dgm:presLayoutVars>
          <dgm:bulletEnabled val="1"/>
        </dgm:presLayoutVars>
      </dgm:prSet>
      <dgm:spPr/>
    </dgm:pt>
    <dgm:pt modelId="{63387C08-7EDC-CB46-ABE4-AD295AEC1E62}" type="pres">
      <dgm:prSet presAssocID="{2A0968D0-3FAD-9748-ABC9-56A74C0B984E}" presName="FourConn_1-2" presStyleLbl="fgAccFollowNode1" presStyleIdx="0" presStyleCnt="3">
        <dgm:presLayoutVars>
          <dgm:bulletEnabled val="1"/>
        </dgm:presLayoutVars>
      </dgm:prSet>
      <dgm:spPr/>
    </dgm:pt>
    <dgm:pt modelId="{D888FAEC-C2EB-7349-BA7E-F17A8CDFED1D}" type="pres">
      <dgm:prSet presAssocID="{2A0968D0-3FAD-9748-ABC9-56A74C0B984E}" presName="FourConn_2-3" presStyleLbl="fgAccFollowNode1" presStyleIdx="1" presStyleCnt="3">
        <dgm:presLayoutVars>
          <dgm:bulletEnabled val="1"/>
        </dgm:presLayoutVars>
      </dgm:prSet>
      <dgm:spPr/>
    </dgm:pt>
    <dgm:pt modelId="{A4F054AB-1747-5641-8EA0-4ECD88A3B805}" type="pres">
      <dgm:prSet presAssocID="{2A0968D0-3FAD-9748-ABC9-56A74C0B984E}" presName="FourConn_3-4" presStyleLbl="fgAccFollowNode1" presStyleIdx="2" presStyleCnt="3">
        <dgm:presLayoutVars>
          <dgm:bulletEnabled val="1"/>
        </dgm:presLayoutVars>
      </dgm:prSet>
      <dgm:spPr/>
    </dgm:pt>
    <dgm:pt modelId="{E6203404-5E73-A445-ABF9-FF9A30E8DF96}" type="pres">
      <dgm:prSet presAssocID="{2A0968D0-3FAD-9748-ABC9-56A74C0B984E}" presName="FourNodes_1_text" presStyleLbl="node1" presStyleIdx="3" presStyleCnt="4">
        <dgm:presLayoutVars>
          <dgm:bulletEnabled val="1"/>
        </dgm:presLayoutVars>
      </dgm:prSet>
      <dgm:spPr/>
    </dgm:pt>
    <dgm:pt modelId="{1CDD86E3-EAA9-6944-8A5F-7399F7A8D700}" type="pres">
      <dgm:prSet presAssocID="{2A0968D0-3FAD-9748-ABC9-56A74C0B984E}" presName="FourNodes_2_text" presStyleLbl="node1" presStyleIdx="3" presStyleCnt="4">
        <dgm:presLayoutVars>
          <dgm:bulletEnabled val="1"/>
        </dgm:presLayoutVars>
      </dgm:prSet>
      <dgm:spPr/>
    </dgm:pt>
    <dgm:pt modelId="{68B56BE5-DB3C-0B4C-BDD4-65BE45553A60}" type="pres">
      <dgm:prSet presAssocID="{2A0968D0-3FAD-9748-ABC9-56A74C0B984E}" presName="FourNodes_3_text" presStyleLbl="node1" presStyleIdx="3" presStyleCnt="4">
        <dgm:presLayoutVars>
          <dgm:bulletEnabled val="1"/>
        </dgm:presLayoutVars>
      </dgm:prSet>
      <dgm:spPr/>
    </dgm:pt>
    <dgm:pt modelId="{520DC849-DB4C-B341-B99F-FF5EDFC710B0}" type="pres">
      <dgm:prSet presAssocID="{2A0968D0-3FAD-9748-ABC9-56A74C0B984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C3E5F05-DC8B-F94D-96D9-BE6C8D1BA37E}" srcId="{2A0968D0-3FAD-9748-ABC9-56A74C0B984E}" destId="{36196D4E-6ADF-2D45-8ECC-31062BA86332}" srcOrd="0" destOrd="0" parTransId="{F84DEDA8-9F45-4549-A46C-065029493E48}" sibTransId="{A251A8B4-BBC4-614D-8247-0C988CC83067}"/>
    <dgm:cxn modelId="{C8C68E14-8DCA-0740-A407-938BE0B7CD7E}" type="presOf" srcId="{0A850416-4987-2449-AC57-549BB6603A86}" destId="{85DDAC39-B0B3-E946-BC6A-4721D9C0D7B3}" srcOrd="0" destOrd="0" presId="urn:microsoft.com/office/officeart/2005/8/layout/vProcess5"/>
    <dgm:cxn modelId="{AD46B734-9AFF-B14D-9315-902939ACC9D1}" srcId="{2A0968D0-3FAD-9748-ABC9-56A74C0B984E}" destId="{5403339C-9FF5-E145-AD1C-333ED3F9C471}" srcOrd="3" destOrd="0" parTransId="{790E6002-6962-2341-8EB2-0E707CE5A5E4}" sibTransId="{CB1ECD0F-223F-A44E-83E2-E4BB831D6736}"/>
    <dgm:cxn modelId="{D069DD38-D5E3-874C-A00B-39AAC66A6D12}" type="presOf" srcId="{5403339C-9FF5-E145-AD1C-333ED3F9C471}" destId="{520DC849-DB4C-B341-B99F-FF5EDFC710B0}" srcOrd="1" destOrd="0" presId="urn:microsoft.com/office/officeart/2005/8/layout/vProcess5"/>
    <dgm:cxn modelId="{F5B7E15E-4AF1-4948-945B-84DD50ED5810}" type="presOf" srcId="{36196D4E-6ADF-2D45-8ECC-31062BA86332}" destId="{7D788ECE-4372-ED47-BBD8-8F57B4E312EC}" srcOrd="0" destOrd="0" presId="urn:microsoft.com/office/officeart/2005/8/layout/vProcess5"/>
    <dgm:cxn modelId="{A84F1260-C521-FE4C-B5A4-39F2FEDED089}" type="presOf" srcId="{36196D4E-6ADF-2D45-8ECC-31062BA86332}" destId="{E6203404-5E73-A445-ABF9-FF9A30E8DF96}" srcOrd="1" destOrd="0" presId="urn:microsoft.com/office/officeart/2005/8/layout/vProcess5"/>
    <dgm:cxn modelId="{11A80168-DA8A-F94D-BBEE-D06B3AC11B4D}" srcId="{2A0968D0-3FAD-9748-ABC9-56A74C0B984E}" destId="{8F3B5762-6E57-4E42-BE5C-115BD34FB1FE}" srcOrd="1" destOrd="0" parTransId="{D0E05157-05B1-D546-B5D8-5AD4B89E0824}" sibTransId="{68E800D7-A0C1-4B47-BA7F-F574B934D2BF}"/>
    <dgm:cxn modelId="{EC81186C-5FEA-F440-B3C4-D50DDDE21834}" type="presOf" srcId="{2A0968D0-3FAD-9748-ABC9-56A74C0B984E}" destId="{0F7025AF-4505-0242-9007-2BA47DB0A5DC}" srcOrd="0" destOrd="0" presId="urn:microsoft.com/office/officeart/2005/8/layout/vProcess5"/>
    <dgm:cxn modelId="{0D1E4478-A5C4-F842-BED2-FCDA0245EA2F}" type="presOf" srcId="{8F3B5762-6E57-4E42-BE5C-115BD34FB1FE}" destId="{1CDD86E3-EAA9-6944-8A5F-7399F7A8D700}" srcOrd="1" destOrd="0" presId="urn:microsoft.com/office/officeart/2005/8/layout/vProcess5"/>
    <dgm:cxn modelId="{D5043B83-BC2D-A24B-9A97-0A34A495E380}" srcId="{2A0968D0-3FAD-9748-ABC9-56A74C0B984E}" destId="{0A850416-4987-2449-AC57-549BB6603A86}" srcOrd="2" destOrd="0" parTransId="{8EE9ED8C-A7E2-8646-9547-A298FC29203D}" sibTransId="{DB6E654C-B750-1944-A2C8-DE66DFDE93CB}"/>
    <dgm:cxn modelId="{BCDFE485-4ABD-074C-BA5D-DA371F5660D0}" type="presOf" srcId="{A251A8B4-BBC4-614D-8247-0C988CC83067}" destId="{63387C08-7EDC-CB46-ABE4-AD295AEC1E62}" srcOrd="0" destOrd="0" presId="urn:microsoft.com/office/officeart/2005/8/layout/vProcess5"/>
    <dgm:cxn modelId="{BCFA6E99-A147-B643-99C4-F58BB6BACEC1}" type="presOf" srcId="{0A850416-4987-2449-AC57-549BB6603A86}" destId="{68B56BE5-DB3C-0B4C-BDD4-65BE45553A60}" srcOrd="1" destOrd="0" presId="urn:microsoft.com/office/officeart/2005/8/layout/vProcess5"/>
    <dgm:cxn modelId="{1691C2B8-4DDC-0548-AE6B-E2AED459918E}" type="presOf" srcId="{8F3B5762-6E57-4E42-BE5C-115BD34FB1FE}" destId="{D06F230A-D340-634E-A0C9-955EF83898D8}" srcOrd="0" destOrd="0" presId="urn:microsoft.com/office/officeart/2005/8/layout/vProcess5"/>
    <dgm:cxn modelId="{963E4AC3-1F5B-5A4A-833F-39F5DE0EBCCC}" type="presOf" srcId="{5403339C-9FF5-E145-AD1C-333ED3F9C471}" destId="{3FB2A7DD-5513-8041-834A-8DB5AE62C9BD}" srcOrd="0" destOrd="0" presId="urn:microsoft.com/office/officeart/2005/8/layout/vProcess5"/>
    <dgm:cxn modelId="{D0ED41E2-95ED-1241-AB32-5D487EFCFE1C}" type="presOf" srcId="{68E800D7-A0C1-4B47-BA7F-F574B934D2BF}" destId="{D888FAEC-C2EB-7349-BA7E-F17A8CDFED1D}" srcOrd="0" destOrd="0" presId="urn:microsoft.com/office/officeart/2005/8/layout/vProcess5"/>
    <dgm:cxn modelId="{AE1E77FE-F090-E048-ABB1-F34262CB869F}" type="presOf" srcId="{DB6E654C-B750-1944-A2C8-DE66DFDE93CB}" destId="{A4F054AB-1747-5641-8EA0-4ECD88A3B805}" srcOrd="0" destOrd="0" presId="urn:microsoft.com/office/officeart/2005/8/layout/vProcess5"/>
    <dgm:cxn modelId="{AED83235-D464-2D44-A507-F1DCD4531B06}" type="presParOf" srcId="{0F7025AF-4505-0242-9007-2BA47DB0A5DC}" destId="{92C309F8-31D7-8F4C-85C4-8F690B62BAE3}" srcOrd="0" destOrd="0" presId="urn:microsoft.com/office/officeart/2005/8/layout/vProcess5"/>
    <dgm:cxn modelId="{D19CD56B-9D2C-5749-A5CA-35347FC973CD}" type="presParOf" srcId="{0F7025AF-4505-0242-9007-2BA47DB0A5DC}" destId="{7D788ECE-4372-ED47-BBD8-8F57B4E312EC}" srcOrd="1" destOrd="0" presId="urn:microsoft.com/office/officeart/2005/8/layout/vProcess5"/>
    <dgm:cxn modelId="{D1A4F793-EEEF-C241-80C5-AE4EA1EC87FB}" type="presParOf" srcId="{0F7025AF-4505-0242-9007-2BA47DB0A5DC}" destId="{D06F230A-D340-634E-A0C9-955EF83898D8}" srcOrd="2" destOrd="0" presId="urn:microsoft.com/office/officeart/2005/8/layout/vProcess5"/>
    <dgm:cxn modelId="{F9A9E7F1-7585-4145-A499-80BC8DAE3F22}" type="presParOf" srcId="{0F7025AF-4505-0242-9007-2BA47DB0A5DC}" destId="{85DDAC39-B0B3-E946-BC6A-4721D9C0D7B3}" srcOrd="3" destOrd="0" presId="urn:microsoft.com/office/officeart/2005/8/layout/vProcess5"/>
    <dgm:cxn modelId="{DE579533-76BE-454D-A46C-84CEC9211E6A}" type="presParOf" srcId="{0F7025AF-4505-0242-9007-2BA47DB0A5DC}" destId="{3FB2A7DD-5513-8041-834A-8DB5AE62C9BD}" srcOrd="4" destOrd="0" presId="urn:microsoft.com/office/officeart/2005/8/layout/vProcess5"/>
    <dgm:cxn modelId="{36ED2E2D-EA53-7544-8E77-403C4A6439B7}" type="presParOf" srcId="{0F7025AF-4505-0242-9007-2BA47DB0A5DC}" destId="{63387C08-7EDC-CB46-ABE4-AD295AEC1E62}" srcOrd="5" destOrd="0" presId="urn:microsoft.com/office/officeart/2005/8/layout/vProcess5"/>
    <dgm:cxn modelId="{AF9299D0-C65A-3B46-BA56-4D9F693F621A}" type="presParOf" srcId="{0F7025AF-4505-0242-9007-2BA47DB0A5DC}" destId="{D888FAEC-C2EB-7349-BA7E-F17A8CDFED1D}" srcOrd="6" destOrd="0" presId="urn:microsoft.com/office/officeart/2005/8/layout/vProcess5"/>
    <dgm:cxn modelId="{54BFBF1C-1113-7A4B-9B19-DF4FA945CB37}" type="presParOf" srcId="{0F7025AF-4505-0242-9007-2BA47DB0A5DC}" destId="{A4F054AB-1747-5641-8EA0-4ECD88A3B805}" srcOrd="7" destOrd="0" presId="urn:microsoft.com/office/officeart/2005/8/layout/vProcess5"/>
    <dgm:cxn modelId="{8ECFF45F-1E47-7246-84C3-1ED1EFF5FE79}" type="presParOf" srcId="{0F7025AF-4505-0242-9007-2BA47DB0A5DC}" destId="{E6203404-5E73-A445-ABF9-FF9A30E8DF96}" srcOrd="8" destOrd="0" presId="urn:microsoft.com/office/officeart/2005/8/layout/vProcess5"/>
    <dgm:cxn modelId="{BFE3251A-B805-E34A-A24D-92928A865CB6}" type="presParOf" srcId="{0F7025AF-4505-0242-9007-2BA47DB0A5DC}" destId="{1CDD86E3-EAA9-6944-8A5F-7399F7A8D700}" srcOrd="9" destOrd="0" presId="urn:microsoft.com/office/officeart/2005/8/layout/vProcess5"/>
    <dgm:cxn modelId="{DED19088-5491-3E4D-937C-2059D53F99AF}" type="presParOf" srcId="{0F7025AF-4505-0242-9007-2BA47DB0A5DC}" destId="{68B56BE5-DB3C-0B4C-BDD4-65BE45553A60}" srcOrd="10" destOrd="0" presId="urn:microsoft.com/office/officeart/2005/8/layout/vProcess5"/>
    <dgm:cxn modelId="{8A4433CC-BA58-B541-9888-24B1796A5FEB}" type="presParOf" srcId="{0F7025AF-4505-0242-9007-2BA47DB0A5DC}" destId="{520DC849-DB4C-B341-B99F-FF5EDFC710B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0968D0-3FAD-9748-ABC9-56A74C0B984E}" type="doc">
      <dgm:prSet loTypeId="urn:microsoft.com/office/officeart/2005/8/layout/vProcess5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36196D4E-6ADF-2D45-8ECC-31062BA86332}">
      <dgm:prSet phldrT="[Text]" phldr="0" custT="1"/>
      <dgm:spPr/>
      <dgm:t>
        <a:bodyPr/>
        <a:lstStyle/>
        <a:p>
          <a:r>
            <a:rPr lang="ru-RU" sz="1800" dirty="0">
              <a:latin typeface="Bahnschrift" panose="020B0502040204020203" pitchFamily="34" charset="0"/>
            </a:rPr>
            <a:t>БАЗОВЫЙ СТЕК</a:t>
          </a:r>
          <a:endParaRPr lang="en-US" sz="1800" dirty="0">
            <a:latin typeface="Bahnschrift" panose="020B0502040204020203" pitchFamily="34" charset="0"/>
          </a:endParaRPr>
        </a:p>
      </dgm:t>
    </dgm:pt>
    <dgm:pt modelId="{F84DEDA8-9F45-4549-A46C-065029493E48}" type="parTrans" cxnId="{CC3E5F05-DC8B-F94D-96D9-BE6C8D1BA37E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A251A8B4-BBC4-614D-8247-0C988CC83067}" type="sibTrans" cxnId="{CC3E5F05-DC8B-F94D-96D9-BE6C8D1BA37E}">
      <dgm:prSet custT="1"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8F3B5762-6E57-4E42-BE5C-115BD34FB1FE}">
      <dgm:prSet phldrT="[Text]" phldr="0" custT="1"/>
      <dgm:spPr/>
      <dgm:t>
        <a:bodyPr/>
        <a:lstStyle/>
        <a:p>
          <a:r>
            <a:rPr lang="ru-RU" sz="1800" i="0" dirty="0">
              <a:latin typeface="Bahnschrift" panose="020B0502040204020203" pitchFamily="34" charset="0"/>
            </a:rPr>
            <a:t>СОХРАННОСТЬ ДАННЫХ</a:t>
          </a:r>
          <a:endParaRPr lang="en-US" sz="1800" i="0" dirty="0">
            <a:latin typeface="Bahnschrift" panose="020B0502040204020203" pitchFamily="34" charset="0"/>
          </a:endParaRPr>
        </a:p>
      </dgm:t>
    </dgm:pt>
    <dgm:pt modelId="{D0E05157-05B1-D546-B5D8-5AD4B89E0824}" type="parTrans" cxnId="{11A80168-DA8A-F94D-BBEE-D06B3AC11B4D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68E800D7-A0C1-4B47-BA7F-F574B934D2BF}" type="sibTrans" cxnId="{11A80168-DA8A-F94D-BBEE-D06B3AC11B4D}">
      <dgm:prSet custT="1"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0A850416-4987-2449-AC57-549BB6603A86}">
      <dgm:prSet phldrT="[Text]" phldr="0" custT="1"/>
      <dgm:spPr/>
      <dgm:t>
        <a:bodyPr/>
        <a:lstStyle/>
        <a:p>
          <a:r>
            <a:rPr lang="ru-RU" sz="1800" dirty="0">
              <a:latin typeface="Bahnschrift" panose="020B0502040204020203" pitchFamily="34" charset="0"/>
            </a:rPr>
            <a:t>ВАЛИДАЦИЯ</a:t>
          </a:r>
        </a:p>
      </dgm:t>
    </dgm:pt>
    <dgm:pt modelId="{8EE9ED8C-A7E2-8646-9547-A298FC29203D}" type="parTrans" cxnId="{D5043B83-BC2D-A24B-9A97-0A34A495E380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DB6E654C-B750-1944-A2C8-DE66DFDE93CB}" type="sibTrans" cxnId="{D5043B83-BC2D-A24B-9A97-0A34A495E380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0F7025AF-4505-0242-9007-2BA47DB0A5DC}" type="pres">
      <dgm:prSet presAssocID="{2A0968D0-3FAD-9748-ABC9-56A74C0B984E}" presName="outerComposite" presStyleCnt="0">
        <dgm:presLayoutVars>
          <dgm:chMax val="5"/>
          <dgm:dir/>
          <dgm:resizeHandles val="exact"/>
        </dgm:presLayoutVars>
      </dgm:prSet>
      <dgm:spPr/>
    </dgm:pt>
    <dgm:pt modelId="{92C309F8-31D7-8F4C-85C4-8F690B62BAE3}" type="pres">
      <dgm:prSet presAssocID="{2A0968D0-3FAD-9748-ABC9-56A74C0B984E}" presName="dummyMaxCanvas" presStyleCnt="0">
        <dgm:presLayoutVars/>
      </dgm:prSet>
      <dgm:spPr/>
    </dgm:pt>
    <dgm:pt modelId="{3FF0358E-9162-4906-9716-2F7505A09D23}" type="pres">
      <dgm:prSet presAssocID="{2A0968D0-3FAD-9748-ABC9-56A74C0B984E}" presName="ThreeNodes_1" presStyleLbl="node1" presStyleIdx="0" presStyleCnt="3">
        <dgm:presLayoutVars>
          <dgm:bulletEnabled val="1"/>
        </dgm:presLayoutVars>
      </dgm:prSet>
      <dgm:spPr/>
    </dgm:pt>
    <dgm:pt modelId="{99FADA5E-4B79-463A-9219-F6493B855BC1}" type="pres">
      <dgm:prSet presAssocID="{2A0968D0-3FAD-9748-ABC9-56A74C0B984E}" presName="ThreeNodes_2" presStyleLbl="node1" presStyleIdx="1" presStyleCnt="3">
        <dgm:presLayoutVars>
          <dgm:bulletEnabled val="1"/>
        </dgm:presLayoutVars>
      </dgm:prSet>
      <dgm:spPr/>
    </dgm:pt>
    <dgm:pt modelId="{DBC33A69-2558-4E95-9525-5320FE594836}" type="pres">
      <dgm:prSet presAssocID="{2A0968D0-3FAD-9748-ABC9-56A74C0B984E}" presName="ThreeNodes_3" presStyleLbl="node1" presStyleIdx="2" presStyleCnt="3">
        <dgm:presLayoutVars>
          <dgm:bulletEnabled val="1"/>
        </dgm:presLayoutVars>
      </dgm:prSet>
      <dgm:spPr/>
    </dgm:pt>
    <dgm:pt modelId="{895081E4-BB6A-4407-BD52-817E62DA1B04}" type="pres">
      <dgm:prSet presAssocID="{2A0968D0-3FAD-9748-ABC9-56A74C0B984E}" presName="ThreeConn_1-2" presStyleLbl="fgAccFollowNode1" presStyleIdx="0" presStyleCnt="2">
        <dgm:presLayoutVars>
          <dgm:bulletEnabled val="1"/>
        </dgm:presLayoutVars>
      </dgm:prSet>
      <dgm:spPr/>
    </dgm:pt>
    <dgm:pt modelId="{B1A32969-984D-4C91-8F61-8A48927DB98A}" type="pres">
      <dgm:prSet presAssocID="{2A0968D0-3FAD-9748-ABC9-56A74C0B984E}" presName="ThreeConn_2-3" presStyleLbl="fgAccFollowNode1" presStyleIdx="1" presStyleCnt="2">
        <dgm:presLayoutVars>
          <dgm:bulletEnabled val="1"/>
        </dgm:presLayoutVars>
      </dgm:prSet>
      <dgm:spPr/>
    </dgm:pt>
    <dgm:pt modelId="{6D1ACD1B-BC74-4DDB-B927-498261D95C89}" type="pres">
      <dgm:prSet presAssocID="{2A0968D0-3FAD-9748-ABC9-56A74C0B984E}" presName="ThreeNodes_1_text" presStyleLbl="node1" presStyleIdx="2" presStyleCnt="3">
        <dgm:presLayoutVars>
          <dgm:bulletEnabled val="1"/>
        </dgm:presLayoutVars>
      </dgm:prSet>
      <dgm:spPr/>
    </dgm:pt>
    <dgm:pt modelId="{ABAD6E6E-0F97-46DD-8EFC-2F13D06DD446}" type="pres">
      <dgm:prSet presAssocID="{2A0968D0-3FAD-9748-ABC9-56A74C0B984E}" presName="ThreeNodes_2_text" presStyleLbl="node1" presStyleIdx="2" presStyleCnt="3">
        <dgm:presLayoutVars>
          <dgm:bulletEnabled val="1"/>
        </dgm:presLayoutVars>
      </dgm:prSet>
      <dgm:spPr/>
    </dgm:pt>
    <dgm:pt modelId="{ED874F74-11C0-4A10-9B93-DD6C96C4C181}" type="pres">
      <dgm:prSet presAssocID="{2A0968D0-3FAD-9748-ABC9-56A74C0B984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C3E5F05-DC8B-F94D-96D9-BE6C8D1BA37E}" srcId="{2A0968D0-3FAD-9748-ABC9-56A74C0B984E}" destId="{36196D4E-6ADF-2D45-8ECC-31062BA86332}" srcOrd="0" destOrd="0" parTransId="{F84DEDA8-9F45-4549-A46C-065029493E48}" sibTransId="{A251A8B4-BBC4-614D-8247-0C988CC83067}"/>
    <dgm:cxn modelId="{75013B16-F55C-4BCE-9AFA-CE50D868FD92}" type="presOf" srcId="{A251A8B4-BBC4-614D-8247-0C988CC83067}" destId="{895081E4-BB6A-4407-BD52-817E62DA1B04}" srcOrd="0" destOrd="0" presId="urn:microsoft.com/office/officeart/2005/8/layout/vProcess5"/>
    <dgm:cxn modelId="{11A80168-DA8A-F94D-BBEE-D06B3AC11B4D}" srcId="{2A0968D0-3FAD-9748-ABC9-56A74C0B984E}" destId="{8F3B5762-6E57-4E42-BE5C-115BD34FB1FE}" srcOrd="1" destOrd="0" parTransId="{D0E05157-05B1-D546-B5D8-5AD4B89E0824}" sibTransId="{68E800D7-A0C1-4B47-BA7F-F574B934D2BF}"/>
    <dgm:cxn modelId="{5686B06B-8CDF-43F3-9232-8BF3CBE42DDD}" type="presOf" srcId="{0A850416-4987-2449-AC57-549BB6603A86}" destId="{ED874F74-11C0-4A10-9B93-DD6C96C4C181}" srcOrd="1" destOrd="0" presId="urn:microsoft.com/office/officeart/2005/8/layout/vProcess5"/>
    <dgm:cxn modelId="{EC81186C-5FEA-F440-B3C4-D50DDDE21834}" type="presOf" srcId="{2A0968D0-3FAD-9748-ABC9-56A74C0B984E}" destId="{0F7025AF-4505-0242-9007-2BA47DB0A5DC}" srcOrd="0" destOrd="0" presId="urn:microsoft.com/office/officeart/2005/8/layout/vProcess5"/>
    <dgm:cxn modelId="{DB56636D-AC6B-4DD1-91BA-A439C6FED5AC}" type="presOf" srcId="{0A850416-4987-2449-AC57-549BB6603A86}" destId="{DBC33A69-2558-4E95-9525-5320FE594836}" srcOrd="0" destOrd="0" presId="urn:microsoft.com/office/officeart/2005/8/layout/vProcess5"/>
    <dgm:cxn modelId="{52F61651-7F30-4952-AE5B-B5904F07ABBB}" type="presOf" srcId="{68E800D7-A0C1-4B47-BA7F-F574B934D2BF}" destId="{B1A32969-984D-4C91-8F61-8A48927DB98A}" srcOrd="0" destOrd="0" presId="urn:microsoft.com/office/officeart/2005/8/layout/vProcess5"/>
    <dgm:cxn modelId="{303D1A7F-B94F-4D29-8585-E8F1BECA5B95}" type="presOf" srcId="{36196D4E-6ADF-2D45-8ECC-31062BA86332}" destId="{6D1ACD1B-BC74-4DDB-B927-498261D95C89}" srcOrd="1" destOrd="0" presId="urn:microsoft.com/office/officeart/2005/8/layout/vProcess5"/>
    <dgm:cxn modelId="{1DA4F880-CEC8-46CD-9887-40A865B8FFD0}" type="presOf" srcId="{36196D4E-6ADF-2D45-8ECC-31062BA86332}" destId="{3FF0358E-9162-4906-9716-2F7505A09D23}" srcOrd="0" destOrd="0" presId="urn:microsoft.com/office/officeart/2005/8/layout/vProcess5"/>
    <dgm:cxn modelId="{D5043B83-BC2D-A24B-9A97-0A34A495E380}" srcId="{2A0968D0-3FAD-9748-ABC9-56A74C0B984E}" destId="{0A850416-4987-2449-AC57-549BB6603A86}" srcOrd="2" destOrd="0" parTransId="{8EE9ED8C-A7E2-8646-9547-A298FC29203D}" sibTransId="{DB6E654C-B750-1944-A2C8-DE66DFDE93CB}"/>
    <dgm:cxn modelId="{68ACEFAE-9556-428F-8861-F50E6E425E5F}" type="presOf" srcId="{8F3B5762-6E57-4E42-BE5C-115BD34FB1FE}" destId="{ABAD6E6E-0F97-46DD-8EFC-2F13D06DD446}" srcOrd="1" destOrd="0" presId="urn:microsoft.com/office/officeart/2005/8/layout/vProcess5"/>
    <dgm:cxn modelId="{DC600BB1-F213-4E10-B685-48B67E806E43}" type="presOf" srcId="{8F3B5762-6E57-4E42-BE5C-115BD34FB1FE}" destId="{99FADA5E-4B79-463A-9219-F6493B855BC1}" srcOrd="0" destOrd="0" presId="urn:microsoft.com/office/officeart/2005/8/layout/vProcess5"/>
    <dgm:cxn modelId="{AED83235-D464-2D44-A507-F1DCD4531B06}" type="presParOf" srcId="{0F7025AF-4505-0242-9007-2BA47DB0A5DC}" destId="{92C309F8-31D7-8F4C-85C4-8F690B62BAE3}" srcOrd="0" destOrd="0" presId="urn:microsoft.com/office/officeart/2005/8/layout/vProcess5"/>
    <dgm:cxn modelId="{F57EBD85-AAAD-4BEF-BC05-460100C654E9}" type="presParOf" srcId="{0F7025AF-4505-0242-9007-2BA47DB0A5DC}" destId="{3FF0358E-9162-4906-9716-2F7505A09D23}" srcOrd="1" destOrd="0" presId="urn:microsoft.com/office/officeart/2005/8/layout/vProcess5"/>
    <dgm:cxn modelId="{983AF77D-76FA-4C61-B4CA-6515A7D349F3}" type="presParOf" srcId="{0F7025AF-4505-0242-9007-2BA47DB0A5DC}" destId="{99FADA5E-4B79-463A-9219-F6493B855BC1}" srcOrd="2" destOrd="0" presId="urn:microsoft.com/office/officeart/2005/8/layout/vProcess5"/>
    <dgm:cxn modelId="{EB5622E8-4109-4BE4-A245-A97CC99B3901}" type="presParOf" srcId="{0F7025AF-4505-0242-9007-2BA47DB0A5DC}" destId="{DBC33A69-2558-4E95-9525-5320FE594836}" srcOrd="3" destOrd="0" presId="urn:microsoft.com/office/officeart/2005/8/layout/vProcess5"/>
    <dgm:cxn modelId="{9B669B5C-9BC2-4F0F-8093-3C435030D8E4}" type="presParOf" srcId="{0F7025AF-4505-0242-9007-2BA47DB0A5DC}" destId="{895081E4-BB6A-4407-BD52-817E62DA1B04}" srcOrd="4" destOrd="0" presId="urn:microsoft.com/office/officeart/2005/8/layout/vProcess5"/>
    <dgm:cxn modelId="{DABA0CBB-AB48-4670-8FF6-51B0ADFCEC88}" type="presParOf" srcId="{0F7025AF-4505-0242-9007-2BA47DB0A5DC}" destId="{B1A32969-984D-4C91-8F61-8A48927DB98A}" srcOrd="5" destOrd="0" presId="urn:microsoft.com/office/officeart/2005/8/layout/vProcess5"/>
    <dgm:cxn modelId="{E3F5841A-65AA-447B-BB3B-5A6F28F19EEB}" type="presParOf" srcId="{0F7025AF-4505-0242-9007-2BA47DB0A5DC}" destId="{6D1ACD1B-BC74-4DDB-B927-498261D95C89}" srcOrd="6" destOrd="0" presId="urn:microsoft.com/office/officeart/2005/8/layout/vProcess5"/>
    <dgm:cxn modelId="{A7D5EB4A-D8B5-41E1-8C16-246E585DFFD4}" type="presParOf" srcId="{0F7025AF-4505-0242-9007-2BA47DB0A5DC}" destId="{ABAD6E6E-0F97-46DD-8EFC-2F13D06DD446}" srcOrd="7" destOrd="0" presId="urn:microsoft.com/office/officeart/2005/8/layout/vProcess5"/>
    <dgm:cxn modelId="{4E4B5432-6199-4B38-AA4B-E3C44AE99607}" type="presParOf" srcId="{0F7025AF-4505-0242-9007-2BA47DB0A5DC}" destId="{ED874F74-11C0-4A10-9B93-DD6C96C4C18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88ECE-4372-ED47-BBD8-8F57B4E312EC}">
      <dsp:nvSpPr>
        <dsp:cNvPr id="0" name=""/>
        <dsp:cNvSpPr/>
      </dsp:nvSpPr>
      <dsp:spPr>
        <a:xfrm>
          <a:off x="0" y="0"/>
          <a:ext cx="2522732" cy="5648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Bahnschrift" panose="020B0502040204020203" pitchFamily="34" charset="0"/>
            </a:rPr>
            <a:t>ГЛАВНАЯ СТРАНИЦА</a:t>
          </a:r>
          <a:endParaRPr lang="en-US" sz="1400" kern="1200" dirty="0">
            <a:latin typeface="Bahnschrift" panose="020B0502040204020203" pitchFamily="34" charset="0"/>
          </a:endParaRPr>
        </a:p>
      </dsp:txBody>
      <dsp:txXfrm>
        <a:off x="16545" y="16545"/>
        <a:ext cx="1865438" cy="531800"/>
      </dsp:txXfrm>
    </dsp:sp>
    <dsp:sp modelId="{D06F230A-D340-634E-A0C9-955EF83898D8}">
      <dsp:nvSpPr>
        <dsp:cNvPr id="0" name=""/>
        <dsp:cNvSpPr/>
      </dsp:nvSpPr>
      <dsp:spPr>
        <a:xfrm>
          <a:off x="211278" y="667598"/>
          <a:ext cx="2522732" cy="5648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i="0" kern="1200" dirty="0">
              <a:latin typeface="Bahnschrift" panose="020B0502040204020203" pitchFamily="34" charset="0"/>
            </a:rPr>
            <a:t>ЛИЧНЫЕ ДАННЫЕ</a:t>
          </a:r>
          <a:endParaRPr lang="en-US" sz="1400" i="0" kern="1200" dirty="0">
            <a:latin typeface="Bahnschrift" panose="020B0502040204020203" pitchFamily="34" charset="0"/>
          </a:endParaRPr>
        </a:p>
      </dsp:txBody>
      <dsp:txXfrm>
        <a:off x="227823" y="684143"/>
        <a:ext cx="1911184" cy="531800"/>
      </dsp:txXfrm>
    </dsp:sp>
    <dsp:sp modelId="{85DDAC39-B0B3-E946-BC6A-4721D9C0D7B3}">
      <dsp:nvSpPr>
        <dsp:cNvPr id="0" name=""/>
        <dsp:cNvSpPr/>
      </dsp:nvSpPr>
      <dsp:spPr>
        <a:xfrm>
          <a:off x="419404" y="1335196"/>
          <a:ext cx="2522732" cy="5648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Bahnschrift" panose="020B0502040204020203" pitchFamily="34" charset="0"/>
            </a:rPr>
            <a:t>АКАДЕМИЧЕСКИЕ ДАННЫЕ</a:t>
          </a:r>
        </a:p>
      </dsp:txBody>
      <dsp:txXfrm>
        <a:off x="435949" y="1351741"/>
        <a:ext cx="1914338" cy="531800"/>
      </dsp:txXfrm>
    </dsp:sp>
    <dsp:sp modelId="{3FB2A7DD-5513-8041-834A-8DB5AE62C9BD}">
      <dsp:nvSpPr>
        <dsp:cNvPr id="0" name=""/>
        <dsp:cNvSpPr/>
      </dsp:nvSpPr>
      <dsp:spPr>
        <a:xfrm>
          <a:off x="630683" y="2002794"/>
          <a:ext cx="2522732" cy="5648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Bahnschrift" panose="020B0502040204020203" pitchFamily="34" charset="0"/>
            </a:rPr>
            <a:t>ПОДТВЕРЖДЕНИЕ</a:t>
          </a:r>
          <a:endParaRPr lang="en-US" sz="1400" kern="1200" dirty="0">
            <a:latin typeface="Bahnschrift" panose="020B0502040204020203" pitchFamily="34" charset="0"/>
          </a:endParaRPr>
        </a:p>
      </dsp:txBody>
      <dsp:txXfrm>
        <a:off x="647228" y="2019339"/>
        <a:ext cx="1911184" cy="531800"/>
      </dsp:txXfrm>
    </dsp:sp>
    <dsp:sp modelId="{63387C08-7EDC-CB46-ABE4-AD295AEC1E62}">
      <dsp:nvSpPr>
        <dsp:cNvPr id="0" name=""/>
        <dsp:cNvSpPr/>
      </dsp:nvSpPr>
      <dsp:spPr>
        <a:xfrm>
          <a:off x="2155553" y="432654"/>
          <a:ext cx="367178" cy="367178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Bahnschrift" panose="020B0502040204020203" pitchFamily="34" charset="0"/>
          </a:endParaRPr>
        </a:p>
      </dsp:txBody>
      <dsp:txXfrm>
        <a:off x="2238168" y="432654"/>
        <a:ext cx="201948" cy="276301"/>
      </dsp:txXfrm>
    </dsp:sp>
    <dsp:sp modelId="{D888FAEC-C2EB-7349-BA7E-F17A8CDFED1D}">
      <dsp:nvSpPr>
        <dsp:cNvPr id="0" name=""/>
        <dsp:cNvSpPr/>
      </dsp:nvSpPr>
      <dsp:spPr>
        <a:xfrm>
          <a:off x="2366832" y="1100253"/>
          <a:ext cx="367178" cy="367178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Bahnschrift" panose="020B0502040204020203" pitchFamily="34" charset="0"/>
          </a:endParaRPr>
        </a:p>
      </dsp:txBody>
      <dsp:txXfrm>
        <a:off x="2449447" y="1100253"/>
        <a:ext cx="201948" cy="276301"/>
      </dsp:txXfrm>
    </dsp:sp>
    <dsp:sp modelId="{A4F054AB-1747-5641-8EA0-4ECD88A3B805}">
      <dsp:nvSpPr>
        <dsp:cNvPr id="0" name=""/>
        <dsp:cNvSpPr/>
      </dsp:nvSpPr>
      <dsp:spPr>
        <a:xfrm>
          <a:off x="2574958" y="1767851"/>
          <a:ext cx="367178" cy="367178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Bahnschrift" panose="020B0502040204020203" pitchFamily="34" charset="0"/>
          </a:endParaRPr>
        </a:p>
      </dsp:txBody>
      <dsp:txXfrm>
        <a:off x="2657573" y="1767851"/>
        <a:ext cx="201948" cy="2763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0358E-9162-4906-9716-2F7505A09D23}">
      <dsp:nvSpPr>
        <dsp:cNvPr id="0" name=""/>
        <dsp:cNvSpPr/>
      </dsp:nvSpPr>
      <dsp:spPr>
        <a:xfrm>
          <a:off x="0" y="0"/>
          <a:ext cx="2549838" cy="7703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" panose="020B0502040204020203" pitchFamily="34" charset="0"/>
            </a:rPr>
            <a:t>БАЗОВЫЙ СТЕК</a:t>
          </a:r>
          <a:endParaRPr lang="en-US" sz="1800" kern="1200" dirty="0">
            <a:latin typeface="Bahnschrift" panose="020B0502040204020203" pitchFamily="34" charset="0"/>
          </a:endParaRPr>
        </a:p>
      </dsp:txBody>
      <dsp:txXfrm>
        <a:off x="22561" y="22561"/>
        <a:ext cx="1718619" cy="725183"/>
      </dsp:txXfrm>
    </dsp:sp>
    <dsp:sp modelId="{99FADA5E-4B79-463A-9219-F6493B855BC1}">
      <dsp:nvSpPr>
        <dsp:cNvPr id="0" name=""/>
        <dsp:cNvSpPr/>
      </dsp:nvSpPr>
      <dsp:spPr>
        <a:xfrm>
          <a:off x="224985" y="898689"/>
          <a:ext cx="2549838" cy="7703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i="0" kern="1200" dirty="0">
              <a:latin typeface="Bahnschrift" panose="020B0502040204020203" pitchFamily="34" charset="0"/>
            </a:rPr>
            <a:t>СОХРАННОСТЬ ДАННЫХ</a:t>
          </a:r>
          <a:endParaRPr lang="en-US" sz="1800" i="0" kern="1200" dirty="0">
            <a:latin typeface="Bahnschrift" panose="020B0502040204020203" pitchFamily="34" charset="0"/>
          </a:endParaRPr>
        </a:p>
      </dsp:txBody>
      <dsp:txXfrm>
        <a:off x="247546" y="921250"/>
        <a:ext cx="1779032" cy="725183"/>
      </dsp:txXfrm>
    </dsp:sp>
    <dsp:sp modelId="{DBC33A69-2558-4E95-9525-5320FE594836}">
      <dsp:nvSpPr>
        <dsp:cNvPr id="0" name=""/>
        <dsp:cNvSpPr/>
      </dsp:nvSpPr>
      <dsp:spPr>
        <a:xfrm>
          <a:off x="449971" y="1797379"/>
          <a:ext cx="2549838" cy="7703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" panose="020B0502040204020203" pitchFamily="34" charset="0"/>
            </a:rPr>
            <a:t>ВАЛИДАЦИЯ</a:t>
          </a:r>
        </a:p>
      </dsp:txBody>
      <dsp:txXfrm>
        <a:off x="472532" y="1819940"/>
        <a:ext cx="1779032" cy="725183"/>
      </dsp:txXfrm>
    </dsp:sp>
    <dsp:sp modelId="{895081E4-BB6A-4407-BD52-817E62DA1B04}">
      <dsp:nvSpPr>
        <dsp:cNvPr id="0" name=""/>
        <dsp:cNvSpPr/>
      </dsp:nvSpPr>
      <dsp:spPr>
        <a:xfrm>
          <a:off x="2049139" y="584148"/>
          <a:ext cx="500698" cy="500698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Bahnschrift" panose="020B0502040204020203" pitchFamily="34" charset="0"/>
          </a:endParaRPr>
        </a:p>
      </dsp:txBody>
      <dsp:txXfrm>
        <a:off x="2161796" y="584148"/>
        <a:ext cx="275384" cy="376775"/>
      </dsp:txXfrm>
    </dsp:sp>
    <dsp:sp modelId="{B1A32969-984D-4C91-8F61-8A48927DB98A}">
      <dsp:nvSpPr>
        <dsp:cNvPr id="0" name=""/>
        <dsp:cNvSpPr/>
      </dsp:nvSpPr>
      <dsp:spPr>
        <a:xfrm>
          <a:off x="2274125" y="1477702"/>
          <a:ext cx="500698" cy="500698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Bahnschrift" panose="020B0502040204020203" pitchFamily="34" charset="0"/>
          </a:endParaRPr>
        </a:p>
      </dsp:txBody>
      <dsp:txXfrm>
        <a:off x="2386782" y="1477702"/>
        <a:ext cx="275384" cy="3767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15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215" name="Google Shape;12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813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215" name="Google Shape;12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31" name="Google Shape;1331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594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2855EA12-582E-9513-824C-6CBAD490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E1DC0CB0-922F-9642-41A1-AEC7D67FE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005285FC-8D9A-93DC-8FE4-7ACB94A6AD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896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183D42EB-AAB4-9618-0C00-6CD3A802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F871B591-8282-2E74-7012-09D2D77E0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167AC5B5-6CB1-6196-B8FF-30918763B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3559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0BA0236B-C981-A7F2-01A0-4612C885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902B38ED-D334-67EF-CF22-74B9A85C2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84A00A19-288F-16A2-3C65-154FB2941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360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6F832FED-6517-AEB0-B97C-85AE4369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24CF112D-DDB0-B459-AD25-70AD66F9A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665E0335-C7AF-AE92-1B78-EE57A2BC0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591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05DF0ADD-147D-F7DE-D7F2-20A10DD6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8683AE90-F455-DC1A-8E5D-A5EF0D15F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DD8D4E96-C56F-7F90-0F84-49D6FA0B9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560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77EC1EED-84F8-99E0-5A49-FF0DC9DA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6087BB38-76E3-4279-A561-462162B95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F085F1C6-BC2A-F59C-A475-53BEF8D55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176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2632741A-4347-ECE8-F0DD-34F1B608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DAE59D83-5D76-E7E7-18AE-B5A134CF8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A9757FCE-7260-5EEA-5386-F748A37B7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058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99307026-990C-0E06-C809-62B35DBB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>
            <a:extLst>
              <a:ext uri="{FF2B5EF4-FFF2-40B4-BE49-F238E27FC236}">
                <a16:creationId xmlns:a16="http://schemas.microsoft.com/office/drawing/2014/main" id="{491783D9-8A7B-7E92-FF4D-222180DF1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>
            <a:extLst>
              <a:ext uri="{FF2B5EF4-FFF2-40B4-BE49-F238E27FC236}">
                <a16:creationId xmlns:a16="http://schemas.microsoft.com/office/drawing/2014/main" id="{BEBB74C9-1792-3885-DB4B-AAF724C2E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0404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06" name="Google Shape;130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85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150"/>
          </a:p>
        </p:txBody>
      </p:sp>
      <p:sp>
        <p:nvSpPr>
          <p:cNvPr id="1323" name="Google Shape;1323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702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350" y="1119669"/>
            <a:ext cx="3697200" cy="23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50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350" y="3565519"/>
            <a:ext cx="36972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4691783" y="844730"/>
            <a:ext cx="3556500" cy="3417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13350" y="2028875"/>
            <a:ext cx="4357500" cy="16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713350" y="1136575"/>
            <a:ext cx="1223100" cy="10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713350" y="3683825"/>
            <a:ext cx="43575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967271" y="4475070"/>
            <a:ext cx="7097311" cy="435429"/>
            <a:chOff x="967271" y="4475070"/>
            <a:chExt cx="7097311" cy="435429"/>
          </a:xfrm>
        </p:grpSpPr>
        <p:grpSp>
          <p:nvGrpSpPr>
            <p:cNvPr id="19" name="Google Shape;19;p3"/>
            <p:cNvGrpSpPr/>
            <p:nvPr/>
          </p:nvGrpSpPr>
          <p:grpSpPr>
            <a:xfrm>
              <a:off x="7931671" y="4711120"/>
              <a:ext cx="132911" cy="199379"/>
              <a:chOff x="2778349" y="5640986"/>
              <a:chExt cx="508847" cy="76361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>
              <a:off x="5914820" y="4475070"/>
              <a:ext cx="171685" cy="257566"/>
              <a:chOff x="2778349" y="5640986"/>
              <a:chExt cx="508847" cy="76361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>
              <a:off x="967271" y="4711120"/>
              <a:ext cx="132911" cy="199379"/>
              <a:chOff x="2778349" y="5640986"/>
              <a:chExt cx="508847" cy="76361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" name="Google Shape;28;p3"/>
          <p:cNvGrpSpPr/>
          <p:nvPr/>
        </p:nvGrpSpPr>
        <p:grpSpPr>
          <a:xfrm>
            <a:off x="-571364" y="4265979"/>
            <a:ext cx="10286732" cy="1682777"/>
            <a:chOff x="-1" y="3460729"/>
            <a:chExt cx="10286732" cy="1682777"/>
          </a:xfrm>
        </p:grpSpPr>
        <p:grpSp>
          <p:nvGrpSpPr>
            <p:cNvPr id="29" name="Google Shape;29;p3"/>
            <p:cNvGrpSpPr/>
            <p:nvPr/>
          </p:nvGrpSpPr>
          <p:grpSpPr>
            <a:xfrm>
              <a:off x="-1" y="3460729"/>
              <a:ext cx="5143232" cy="1682777"/>
              <a:chOff x="713356" y="2640614"/>
              <a:chExt cx="6188463" cy="2024758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3169251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3094488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848254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959716" y="4391123"/>
                <a:ext cx="111587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3493472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837778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499051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3326340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3276126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904047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549141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27988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842548" y="3857378"/>
                <a:ext cx="121629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517" extrusionOk="0">
                    <a:moveTo>
                      <a:pt x="899" y="1"/>
                    </a:moveTo>
                    <a:cubicBezTo>
                      <a:pt x="827" y="1"/>
                      <a:pt x="827" y="36"/>
                      <a:pt x="827" y="72"/>
                    </a:cubicBezTo>
                    <a:lnTo>
                      <a:pt x="827" y="108"/>
                    </a:lnTo>
                    <a:lnTo>
                      <a:pt x="1" y="818"/>
                    </a:lnTo>
                    <a:lnTo>
                      <a:pt x="1" y="1349"/>
                    </a:lnTo>
                    <a:lnTo>
                      <a:pt x="863" y="2095"/>
                    </a:lnTo>
                    <a:lnTo>
                      <a:pt x="863" y="6516"/>
                    </a:lnTo>
                    <a:lnTo>
                      <a:pt x="899" y="6516"/>
                    </a:lnTo>
                    <a:lnTo>
                      <a:pt x="899" y="1160"/>
                    </a:lnTo>
                    <a:cubicBezTo>
                      <a:pt x="935" y="1160"/>
                      <a:pt x="980" y="1160"/>
                      <a:pt x="980" y="1124"/>
                    </a:cubicBezTo>
                    <a:cubicBezTo>
                      <a:pt x="980" y="1088"/>
                      <a:pt x="935" y="1043"/>
                      <a:pt x="899" y="1043"/>
                    </a:cubicBezTo>
                    <a:cubicBezTo>
                      <a:pt x="827" y="1043"/>
                      <a:pt x="827" y="1088"/>
                      <a:pt x="827" y="1124"/>
                    </a:cubicBezTo>
                    <a:cubicBezTo>
                      <a:pt x="827" y="1160"/>
                      <a:pt x="827" y="1160"/>
                      <a:pt x="863" y="1160"/>
                    </a:cubicBezTo>
                    <a:lnTo>
                      <a:pt x="863" y="2023"/>
                    </a:lnTo>
                    <a:lnTo>
                      <a:pt x="82" y="1313"/>
                    </a:lnTo>
                    <a:lnTo>
                      <a:pt x="82" y="863"/>
                    </a:lnTo>
                    <a:lnTo>
                      <a:pt x="863" y="144"/>
                    </a:lnTo>
                    <a:lnTo>
                      <a:pt x="899" y="144"/>
                    </a:lnTo>
                    <a:cubicBezTo>
                      <a:pt x="935" y="144"/>
                      <a:pt x="980" y="108"/>
                      <a:pt x="980" y="72"/>
                    </a:cubicBezTo>
                    <a:cubicBezTo>
                      <a:pt x="980" y="36"/>
                      <a:pt x="935" y="1"/>
                      <a:pt x="8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838085" y="2640614"/>
                <a:ext cx="362284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6331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17"/>
                      <a:pt x="37" y="153"/>
                      <a:pt x="73" y="153"/>
                    </a:cubicBezTo>
                    <a:lnTo>
                      <a:pt x="73" y="2849"/>
                    </a:lnTo>
                    <a:lnTo>
                      <a:pt x="522" y="3263"/>
                    </a:lnTo>
                    <a:lnTo>
                      <a:pt x="522" y="4872"/>
                    </a:lnTo>
                    <a:lnTo>
                      <a:pt x="1421" y="5734"/>
                    </a:lnTo>
                    <a:lnTo>
                      <a:pt x="1421" y="16330"/>
                    </a:lnTo>
                    <a:lnTo>
                      <a:pt x="1502" y="16330"/>
                    </a:lnTo>
                    <a:lnTo>
                      <a:pt x="1502" y="8691"/>
                    </a:lnTo>
                    <a:lnTo>
                      <a:pt x="2095" y="8125"/>
                    </a:lnTo>
                    <a:lnTo>
                      <a:pt x="2095" y="6103"/>
                    </a:lnTo>
                    <a:lnTo>
                      <a:pt x="2922" y="5357"/>
                    </a:lnTo>
                    <a:lnTo>
                      <a:pt x="2922" y="4836"/>
                    </a:lnTo>
                    <a:lnTo>
                      <a:pt x="2140" y="4081"/>
                    </a:lnTo>
                    <a:cubicBezTo>
                      <a:pt x="2140" y="4045"/>
                      <a:pt x="2095" y="4009"/>
                      <a:pt x="2059" y="4009"/>
                    </a:cubicBezTo>
                    <a:cubicBezTo>
                      <a:pt x="2023" y="4009"/>
                      <a:pt x="1987" y="4045"/>
                      <a:pt x="1987" y="4081"/>
                    </a:cubicBezTo>
                    <a:cubicBezTo>
                      <a:pt x="1987" y="4117"/>
                      <a:pt x="2023" y="4162"/>
                      <a:pt x="2059" y="4162"/>
                    </a:cubicBezTo>
                    <a:lnTo>
                      <a:pt x="2095" y="4117"/>
                    </a:lnTo>
                    <a:lnTo>
                      <a:pt x="2850" y="4872"/>
                    </a:lnTo>
                    <a:lnTo>
                      <a:pt x="2850" y="5321"/>
                    </a:lnTo>
                    <a:lnTo>
                      <a:pt x="2095" y="6031"/>
                    </a:lnTo>
                    <a:lnTo>
                      <a:pt x="2095" y="5168"/>
                    </a:lnTo>
                    <a:lnTo>
                      <a:pt x="2140" y="5132"/>
                    </a:lnTo>
                    <a:cubicBezTo>
                      <a:pt x="2140" y="5096"/>
                      <a:pt x="2095" y="5060"/>
                      <a:pt x="2059" y="5060"/>
                    </a:cubicBezTo>
                    <a:cubicBezTo>
                      <a:pt x="2023" y="5060"/>
                      <a:pt x="1987" y="5096"/>
                      <a:pt x="1987" y="5132"/>
                    </a:cubicBezTo>
                    <a:cubicBezTo>
                      <a:pt x="1987" y="5132"/>
                      <a:pt x="1987" y="5168"/>
                      <a:pt x="2023" y="5168"/>
                    </a:cubicBezTo>
                    <a:lnTo>
                      <a:pt x="2023" y="8125"/>
                    </a:lnTo>
                    <a:lnTo>
                      <a:pt x="1502" y="8610"/>
                    </a:lnTo>
                    <a:lnTo>
                      <a:pt x="1502" y="5734"/>
                    </a:lnTo>
                    <a:lnTo>
                      <a:pt x="567" y="4872"/>
                    </a:lnTo>
                    <a:lnTo>
                      <a:pt x="567" y="3218"/>
                    </a:lnTo>
                    <a:lnTo>
                      <a:pt x="118" y="2814"/>
                    </a:lnTo>
                    <a:lnTo>
                      <a:pt x="118" y="153"/>
                    </a:lnTo>
                    <a:cubicBezTo>
                      <a:pt x="153" y="153"/>
                      <a:pt x="189" y="117"/>
                      <a:pt x="189" y="72"/>
                    </a:cubicBezTo>
                    <a:cubicBezTo>
                      <a:pt x="189" y="36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713356" y="3309128"/>
                <a:ext cx="129316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939" extrusionOk="0">
                    <a:moveTo>
                      <a:pt x="935" y="1"/>
                    </a:moveTo>
                    <a:cubicBezTo>
                      <a:pt x="899" y="1"/>
                      <a:pt x="854" y="37"/>
                      <a:pt x="854" y="73"/>
                    </a:cubicBezTo>
                    <a:cubicBezTo>
                      <a:pt x="854" y="118"/>
                      <a:pt x="899" y="118"/>
                      <a:pt x="935" y="154"/>
                    </a:cubicBezTo>
                    <a:lnTo>
                      <a:pt x="935" y="3488"/>
                    </a:lnTo>
                    <a:lnTo>
                      <a:pt x="0" y="4342"/>
                    </a:lnTo>
                    <a:lnTo>
                      <a:pt x="0" y="7451"/>
                    </a:lnTo>
                    <a:lnTo>
                      <a:pt x="935" y="8314"/>
                    </a:lnTo>
                    <a:lnTo>
                      <a:pt x="935" y="10938"/>
                    </a:lnTo>
                    <a:lnTo>
                      <a:pt x="971" y="10938"/>
                    </a:lnTo>
                    <a:lnTo>
                      <a:pt x="971" y="8314"/>
                    </a:lnTo>
                    <a:lnTo>
                      <a:pt x="36" y="7451"/>
                    </a:lnTo>
                    <a:lnTo>
                      <a:pt x="36" y="4387"/>
                    </a:lnTo>
                    <a:lnTo>
                      <a:pt x="971" y="3524"/>
                    </a:lnTo>
                    <a:lnTo>
                      <a:pt x="971" y="154"/>
                    </a:lnTo>
                    <a:cubicBezTo>
                      <a:pt x="1007" y="118"/>
                      <a:pt x="1043" y="118"/>
                      <a:pt x="1043" y="73"/>
                    </a:cubicBezTo>
                    <a:cubicBezTo>
                      <a:pt x="1043" y="37"/>
                      <a:pt x="1007" y="1"/>
                      <a:pt x="93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54519" y="4024507"/>
                <a:ext cx="135020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5169" extrusionOk="0">
                    <a:moveTo>
                      <a:pt x="73" y="1"/>
                    </a:moveTo>
                    <a:cubicBezTo>
                      <a:pt x="37" y="1"/>
                      <a:pt x="1" y="37"/>
                      <a:pt x="1" y="73"/>
                    </a:cubicBezTo>
                    <a:cubicBezTo>
                      <a:pt x="1" y="108"/>
                      <a:pt x="37" y="144"/>
                      <a:pt x="73" y="144"/>
                    </a:cubicBezTo>
                    <a:lnTo>
                      <a:pt x="117" y="108"/>
                    </a:lnTo>
                    <a:lnTo>
                      <a:pt x="1016" y="935"/>
                    </a:lnTo>
                    <a:lnTo>
                      <a:pt x="1016" y="5168"/>
                    </a:lnTo>
                    <a:lnTo>
                      <a:pt x="1088" y="5168"/>
                    </a:lnTo>
                    <a:lnTo>
                      <a:pt x="1088" y="935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412570" y="3253460"/>
                <a:ext cx="189573" cy="1411913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1388" extrusionOk="0">
                    <a:moveTo>
                      <a:pt x="747" y="0"/>
                    </a:moveTo>
                    <a:cubicBezTo>
                      <a:pt x="711" y="0"/>
                      <a:pt x="675" y="36"/>
                      <a:pt x="675" y="72"/>
                    </a:cubicBezTo>
                    <a:cubicBezTo>
                      <a:pt x="675" y="72"/>
                      <a:pt x="711" y="117"/>
                      <a:pt x="711" y="153"/>
                    </a:cubicBezTo>
                    <a:lnTo>
                      <a:pt x="711" y="8988"/>
                    </a:lnTo>
                    <a:lnTo>
                      <a:pt x="1421" y="9590"/>
                    </a:lnTo>
                    <a:lnTo>
                      <a:pt x="1421" y="10408"/>
                    </a:lnTo>
                    <a:lnTo>
                      <a:pt x="109" y="9248"/>
                    </a:lnTo>
                    <a:lnTo>
                      <a:pt x="109" y="5653"/>
                    </a:lnTo>
                    <a:cubicBezTo>
                      <a:pt x="145" y="5653"/>
                      <a:pt x="145" y="5617"/>
                      <a:pt x="145" y="5582"/>
                    </a:cubicBezTo>
                    <a:cubicBezTo>
                      <a:pt x="145" y="5546"/>
                      <a:pt x="109" y="5510"/>
                      <a:pt x="73" y="5510"/>
                    </a:cubicBezTo>
                    <a:cubicBezTo>
                      <a:pt x="37" y="5510"/>
                      <a:pt x="1" y="5546"/>
                      <a:pt x="1" y="5582"/>
                    </a:cubicBezTo>
                    <a:cubicBezTo>
                      <a:pt x="1" y="5617"/>
                      <a:pt x="37" y="5653"/>
                      <a:pt x="37" y="5653"/>
                    </a:cubicBezTo>
                    <a:lnTo>
                      <a:pt x="37" y="9248"/>
                    </a:lnTo>
                    <a:lnTo>
                      <a:pt x="1421" y="10489"/>
                    </a:lnTo>
                    <a:lnTo>
                      <a:pt x="1421" y="11387"/>
                    </a:lnTo>
                    <a:lnTo>
                      <a:pt x="1457" y="11387"/>
                    </a:lnTo>
                    <a:lnTo>
                      <a:pt x="1457" y="2472"/>
                    </a:lnTo>
                    <a:cubicBezTo>
                      <a:pt x="1493" y="2472"/>
                      <a:pt x="1529" y="2436"/>
                      <a:pt x="1529" y="2400"/>
                    </a:cubicBezTo>
                    <a:cubicBezTo>
                      <a:pt x="1529" y="2364"/>
                      <a:pt x="1493" y="2319"/>
                      <a:pt x="1457" y="2319"/>
                    </a:cubicBezTo>
                    <a:cubicBezTo>
                      <a:pt x="1385" y="2319"/>
                      <a:pt x="1349" y="2364"/>
                      <a:pt x="1349" y="2400"/>
                    </a:cubicBezTo>
                    <a:cubicBezTo>
                      <a:pt x="1349" y="2436"/>
                      <a:pt x="1385" y="2472"/>
                      <a:pt x="1421" y="2472"/>
                    </a:cubicBezTo>
                    <a:lnTo>
                      <a:pt x="1421" y="9509"/>
                    </a:lnTo>
                    <a:lnTo>
                      <a:pt x="783" y="8952"/>
                    </a:lnTo>
                    <a:lnTo>
                      <a:pt x="783" y="153"/>
                    </a:lnTo>
                    <a:cubicBezTo>
                      <a:pt x="819" y="117"/>
                      <a:pt x="854" y="117"/>
                      <a:pt x="854" y="72"/>
                    </a:cubicBezTo>
                    <a:cubicBezTo>
                      <a:pt x="854" y="36"/>
                      <a:pt x="819" y="0"/>
                      <a:pt x="7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67732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4571025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947999" y="3949869"/>
                <a:ext cx="180522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2054874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1947999" y="4219531"/>
                <a:ext cx="18970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887742" y="4391123"/>
                <a:ext cx="17978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7691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075392" y="3304664"/>
                <a:ext cx="278718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10975" extrusionOk="0">
                    <a:moveTo>
                      <a:pt x="1574" y="1"/>
                    </a:moveTo>
                    <a:cubicBezTo>
                      <a:pt x="1529" y="1"/>
                      <a:pt x="1493" y="1"/>
                      <a:pt x="1493" y="37"/>
                    </a:cubicBezTo>
                    <a:lnTo>
                      <a:pt x="1493" y="73"/>
                    </a:lnTo>
                    <a:lnTo>
                      <a:pt x="594" y="936"/>
                    </a:lnTo>
                    <a:lnTo>
                      <a:pt x="594" y="8350"/>
                    </a:lnTo>
                    <a:lnTo>
                      <a:pt x="73" y="7901"/>
                    </a:lnTo>
                    <a:lnTo>
                      <a:pt x="73" y="5133"/>
                    </a:lnTo>
                    <a:cubicBezTo>
                      <a:pt x="109" y="5133"/>
                      <a:pt x="145" y="5097"/>
                      <a:pt x="145" y="5052"/>
                    </a:cubicBezTo>
                    <a:cubicBezTo>
                      <a:pt x="145" y="5016"/>
                      <a:pt x="109" y="5016"/>
                      <a:pt x="73" y="5016"/>
                    </a:cubicBezTo>
                    <a:cubicBezTo>
                      <a:pt x="37" y="5016"/>
                      <a:pt x="1" y="5016"/>
                      <a:pt x="1" y="5052"/>
                    </a:cubicBezTo>
                    <a:cubicBezTo>
                      <a:pt x="1" y="5097"/>
                      <a:pt x="1" y="5133"/>
                      <a:pt x="37" y="5133"/>
                    </a:cubicBezTo>
                    <a:lnTo>
                      <a:pt x="37" y="7937"/>
                    </a:lnTo>
                    <a:lnTo>
                      <a:pt x="2167" y="9887"/>
                    </a:lnTo>
                    <a:lnTo>
                      <a:pt x="2167" y="10974"/>
                    </a:lnTo>
                    <a:lnTo>
                      <a:pt x="2203" y="10974"/>
                    </a:lnTo>
                    <a:lnTo>
                      <a:pt x="2203" y="7523"/>
                    </a:lnTo>
                    <a:cubicBezTo>
                      <a:pt x="2248" y="7487"/>
                      <a:pt x="2248" y="7487"/>
                      <a:pt x="2248" y="7451"/>
                    </a:cubicBezTo>
                    <a:cubicBezTo>
                      <a:pt x="2248" y="7415"/>
                      <a:pt x="2203" y="7379"/>
                      <a:pt x="2167" y="7379"/>
                    </a:cubicBezTo>
                    <a:cubicBezTo>
                      <a:pt x="2131" y="7379"/>
                      <a:pt x="2095" y="7415"/>
                      <a:pt x="2095" y="7451"/>
                    </a:cubicBezTo>
                    <a:cubicBezTo>
                      <a:pt x="2095" y="7487"/>
                      <a:pt x="2131" y="7487"/>
                      <a:pt x="2167" y="7523"/>
                    </a:cubicBezTo>
                    <a:lnTo>
                      <a:pt x="2167" y="9249"/>
                    </a:lnTo>
                    <a:lnTo>
                      <a:pt x="1044" y="8242"/>
                    </a:lnTo>
                    <a:lnTo>
                      <a:pt x="1044" y="1277"/>
                    </a:lnTo>
                    <a:cubicBezTo>
                      <a:pt x="1079" y="1277"/>
                      <a:pt x="1079" y="1232"/>
                      <a:pt x="1079" y="1232"/>
                    </a:cubicBezTo>
                    <a:cubicBezTo>
                      <a:pt x="1079" y="1196"/>
                      <a:pt x="1044" y="1160"/>
                      <a:pt x="1008" y="1160"/>
                    </a:cubicBezTo>
                    <a:cubicBezTo>
                      <a:pt x="972" y="1160"/>
                      <a:pt x="936" y="1196"/>
                      <a:pt x="936" y="1232"/>
                    </a:cubicBezTo>
                    <a:lnTo>
                      <a:pt x="972" y="1277"/>
                    </a:lnTo>
                    <a:lnTo>
                      <a:pt x="972" y="8242"/>
                    </a:lnTo>
                    <a:lnTo>
                      <a:pt x="2167" y="9321"/>
                    </a:lnTo>
                    <a:lnTo>
                      <a:pt x="2167" y="9815"/>
                    </a:lnTo>
                    <a:lnTo>
                      <a:pt x="630" y="8422"/>
                    </a:lnTo>
                    <a:lnTo>
                      <a:pt x="630" y="936"/>
                    </a:lnTo>
                    <a:lnTo>
                      <a:pt x="1529" y="109"/>
                    </a:lnTo>
                    <a:lnTo>
                      <a:pt x="1574" y="109"/>
                    </a:lnTo>
                    <a:cubicBezTo>
                      <a:pt x="1610" y="109"/>
                      <a:pt x="1646" y="109"/>
                      <a:pt x="1646" y="37"/>
                    </a:cubicBezTo>
                    <a:cubicBezTo>
                      <a:pt x="1646" y="1"/>
                      <a:pt x="1610" y="1"/>
                      <a:pt x="15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395274" y="3930900"/>
                <a:ext cx="19094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24" extrusionOk="0">
                    <a:moveTo>
                      <a:pt x="72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72" y="5923"/>
                    </a:lnTo>
                    <a:lnTo>
                      <a:pt x="72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2412570" y="4543745"/>
                <a:ext cx="17978" cy="12162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981" extrusionOk="0">
                    <a:moveTo>
                      <a:pt x="73" y="1"/>
                    </a:moveTo>
                    <a:cubicBezTo>
                      <a:pt x="37" y="1"/>
                      <a:pt x="1" y="46"/>
                      <a:pt x="1" y="82"/>
                    </a:cubicBezTo>
                    <a:cubicBezTo>
                      <a:pt x="1" y="117"/>
                      <a:pt x="37" y="153"/>
                      <a:pt x="37" y="153"/>
                    </a:cubicBezTo>
                    <a:lnTo>
                      <a:pt x="37" y="980"/>
                    </a:lnTo>
                    <a:lnTo>
                      <a:pt x="109" y="980"/>
                    </a:lnTo>
                    <a:lnTo>
                      <a:pt x="109" y="153"/>
                    </a:lnTo>
                    <a:cubicBezTo>
                      <a:pt x="145" y="153"/>
                      <a:pt x="145" y="117"/>
                      <a:pt x="145" y="82"/>
                    </a:cubicBezTo>
                    <a:cubicBezTo>
                      <a:pt x="145" y="4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224543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854" y="0"/>
                    </a:moveTo>
                    <a:cubicBezTo>
                      <a:pt x="818" y="0"/>
                      <a:pt x="783" y="36"/>
                      <a:pt x="783" y="72"/>
                    </a:cubicBezTo>
                    <a:lnTo>
                      <a:pt x="783" y="108"/>
                    </a:lnTo>
                    <a:lnTo>
                      <a:pt x="1" y="827"/>
                    </a:lnTo>
                    <a:lnTo>
                      <a:pt x="1" y="1348"/>
                    </a:lnTo>
                    <a:lnTo>
                      <a:pt x="854" y="2130"/>
                    </a:lnTo>
                    <a:lnTo>
                      <a:pt x="854" y="11198"/>
                    </a:lnTo>
                    <a:lnTo>
                      <a:pt x="899" y="11198"/>
                    </a:lnTo>
                    <a:lnTo>
                      <a:pt x="899" y="2094"/>
                    </a:lnTo>
                    <a:lnTo>
                      <a:pt x="73" y="1312"/>
                    </a:lnTo>
                    <a:lnTo>
                      <a:pt x="73" y="863"/>
                    </a:lnTo>
                    <a:lnTo>
                      <a:pt x="854" y="153"/>
                    </a:lnTo>
                    <a:cubicBezTo>
                      <a:pt x="899" y="153"/>
                      <a:pt x="935" y="108"/>
                      <a:pt x="935" y="72"/>
                    </a:cubicBezTo>
                    <a:cubicBezTo>
                      <a:pt x="935" y="36"/>
                      <a:pt x="899" y="0"/>
                      <a:pt x="8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2156293" y="3444021"/>
                <a:ext cx="13055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3786572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106204" y="2728642"/>
                <a:ext cx="133780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4260071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4496262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3214877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1399737" y="3304664"/>
                <a:ext cx="274255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0975" extrusionOk="0">
                    <a:moveTo>
                      <a:pt x="81" y="1"/>
                    </a:moveTo>
                    <a:cubicBezTo>
                      <a:pt x="36" y="1"/>
                      <a:pt x="0" y="37"/>
                      <a:pt x="0" y="73"/>
                    </a:cubicBezTo>
                    <a:cubicBezTo>
                      <a:pt x="0" y="109"/>
                      <a:pt x="36" y="154"/>
                      <a:pt x="81" y="154"/>
                    </a:cubicBezTo>
                    <a:lnTo>
                      <a:pt x="81" y="1457"/>
                    </a:lnTo>
                    <a:lnTo>
                      <a:pt x="1016" y="2320"/>
                    </a:lnTo>
                    <a:lnTo>
                      <a:pt x="1016" y="9923"/>
                    </a:lnTo>
                    <a:lnTo>
                      <a:pt x="2139" y="10974"/>
                    </a:lnTo>
                    <a:lnTo>
                      <a:pt x="2211" y="10974"/>
                    </a:lnTo>
                    <a:lnTo>
                      <a:pt x="1052" y="9923"/>
                    </a:lnTo>
                    <a:lnTo>
                      <a:pt x="1052" y="2320"/>
                    </a:lnTo>
                    <a:lnTo>
                      <a:pt x="153" y="1457"/>
                    </a:lnTo>
                    <a:lnTo>
                      <a:pt x="153" y="154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4101866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4046197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2788121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1348407" y="2812206"/>
                <a:ext cx="269791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4947" extrusionOk="0">
                    <a:moveTo>
                      <a:pt x="82" y="1"/>
                    </a:moveTo>
                    <a:cubicBezTo>
                      <a:pt x="46" y="1"/>
                      <a:pt x="1" y="37"/>
                      <a:pt x="1" y="81"/>
                    </a:cubicBezTo>
                    <a:cubicBezTo>
                      <a:pt x="1" y="117"/>
                      <a:pt x="1" y="153"/>
                      <a:pt x="46" y="153"/>
                    </a:cubicBezTo>
                    <a:lnTo>
                      <a:pt x="46" y="5653"/>
                    </a:lnTo>
                    <a:lnTo>
                      <a:pt x="980" y="6480"/>
                    </a:lnTo>
                    <a:lnTo>
                      <a:pt x="980" y="13895"/>
                    </a:lnTo>
                    <a:lnTo>
                      <a:pt x="2104" y="14946"/>
                    </a:lnTo>
                    <a:lnTo>
                      <a:pt x="2176" y="14946"/>
                    </a:lnTo>
                    <a:lnTo>
                      <a:pt x="1052" y="13859"/>
                    </a:lnTo>
                    <a:lnTo>
                      <a:pt x="1052" y="6480"/>
                    </a:lnTo>
                    <a:lnTo>
                      <a:pt x="118" y="5618"/>
                    </a:lnTo>
                    <a:lnTo>
                      <a:pt x="118" y="153"/>
                    </a:lnTo>
                    <a:cubicBezTo>
                      <a:pt x="154" y="153"/>
                      <a:pt x="154" y="117"/>
                      <a:pt x="154" y="81"/>
                    </a:cubicBezTo>
                    <a:cubicBezTo>
                      <a:pt x="154" y="37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4617768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5323862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24909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5002865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5114328" y="4391123"/>
                <a:ext cx="111586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5648083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992389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565366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480951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5430737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5058658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5703752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882600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4822343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6725637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5941183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414682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6650874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5369489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6256477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6200808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4942732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772379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" name="Google Shape;92;p3"/>
            <p:cNvGrpSpPr/>
            <p:nvPr/>
          </p:nvGrpSpPr>
          <p:grpSpPr>
            <a:xfrm>
              <a:off x="5143499" y="3460729"/>
              <a:ext cx="5143232" cy="1682777"/>
              <a:chOff x="713356" y="2640614"/>
              <a:chExt cx="6188463" cy="2024758"/>
            </a:xfrm>
          </p:grpSpPr>
          <p:sp>
            <p:nvSpPr>
              <p:cNvPr id="93" name="Google Shape;93;p3"/>
              <p:cNvSpPr/>
              <p:nvPr/>
            </p:nvSpPr>
            <p:spPr>
              <a:xfrm>
                <a:off x="3169251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3094488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848254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959716" y="4391123"/>
                <a:ext cx="111587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3493472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3837778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3499051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3326340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3276126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904047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3549141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2727988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842548" y="3857378"/>
                <a:ext cx="121629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517" extrusionOk="0">
                    <a:moveTo>
                      <a:pt x="899" y="1"/>
                    </a:moveTo>
                    <a:cubicBezTo>
                      <a:pt x="827" y="1"/>
                      <a:pt x="827" y="36"/>
                      <a:pt x="827" y="72"/>
                    </a:cubicBezTo>
                    <a:lnTo>
                      <a:pt x="827" y="108"/>
                    </a:lnTo>
                    <a:lnTo>
                      <a:pt x="1" y="818"/>
                    </a:lnTo>
                    <a:lnTo>
                      <a:pt x="1" y="1349"/>
                    </a:lnTo>
                    <a:lnTo>
                      <a:pt x="863" y="2095"/>
                    </a:lnTo>
                    <a:lnTo>
                      <a:pt x="863" y="6516"/>
                    </a:lnTo>
                    <a:lnTo>
                      <a:pt x="899" y="6516"/>
                    </a:lnTo>
                    <a:lnTo>
                      <a:pt x="899" y="1160"/>
                    </a:lnTo>
                    <a:cubicBezTo>
                      <a:pt x="935" y="1160"/>
                      <a:pt x="980" y="1160"/>
                      <a:pt x="980" y="1124"/>
                    </a:cubicBezTo>
                    <a:cubicBezTo>
                      <a:pt x="980" y="1088"/>
                      <a:pt x="935" y="1043"/>
                      <a:pt x="899" y="1043"/>
                    </a:cubicBezTo>
                    <a:cubicBezTo>
                      <a:pt x="827" y="1043"/>
                      <a:pt x="827" y="1088"/>
                      <a:pt x="827" y="1124"/>
                    </a:cubicBezTo>
                    <a:cubicBezTo>
                      <a:pt x="827" y="1160"/>
                      <a:pt x="827" y="1160"/>
                      <a:pt x="863" y="1160"/>
                    </a:cubicBezTo>
                    <a:lnTo>
                      <a:pt x="863" y="2023"/>
                    </a:lnTo>
                    <a:lnTo>
                      <a:pt x="82" y="1313"/>
                    </a:lnTo>
                    <a:lnTo>
                      <a:pt x="82" y="863"/>
                    </a:lnTo>
                    <a:lnTo>
                      <a:pt x="863" y="144"/>
                    </a:lnTo>
                    <a:lnTo>
                      <a:pt x="899" y="144"/>
                    </a:lnTo>
                    <a:cubicBezTo>
                      <a:pt x="935" y="144"/>
                      <a:pt x="980" y="108"/>
                      <a:pt x="980" y="72"/>
                    </a:cubicBezTo>
                    <a:cubicBezTo>
                      <a:pt x="980" y="36"/>
                      <a:pt x="935" y="1"/>
                      <a:pt x="8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838085" y="2640614"/>
                <a:ext cx="362284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6331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17"/>
                      <a:pt x="37" y="153"/>
                      <a:pt x="73" y="153"/>
                    </a:cubicBezTo>
                    <a:lnTo>
                      <a:pt x="73" y="2849"/>
                    </a:lnTo>
                    <a:lnTo>
                      <a:pt x="522" y="3263"/>
                    </a:lnTo>
                    <a:lnTo>
                      <a:pt x="522" y="4872"/>
                    </a:lnTo>
                    <a:lnTo>
                      <a:pt x="1421" y="5734"/>
                    </a:lnTo>
                    <a:lnTo>
                      <a:pt x="1421" y="16330"/>
                    </a:lnTo>
                    <a:lnTo>
                      <a:pt x="1502" y="16330"/>
                    </a:lnTo>
                    <a:lnTo>
                      <a:pt x="1502" y="8691"/>
                    </a:lnTo>
                    <a:lnTo>
                      <a:pt x="2095" y="8125"/>
                    </a:lnTo>
                    <a:lnTo>
                      <a:pt x="2095" y="6103"/>
                    </a:lnTo>
                    <a:lnTo>
                      <a:pt x="2922" y="5357"/>
                    </a:lnTo>
                    <a:lnTo>
                      <a:pt x="2922" y="4836"/>
                    </a:lnTo>
                    <a:lnTo>
                      <a:pt x="2140" y="4081"/>
                    </a:lnTo>
                    <a:cubicBezTo>
                      <a:pt x="2140" y="4045"/>
                      <a:pt x="2095" y="4009"/>
                      <a:pt x="2059" y="4009"/>
                    </a:cubicBezTo>
                    <a:cubicBezTo>
                      <a:pt x="2023" y="4009"/>
                      <a:pt x="1987" y="4045"/>
                      <a:pt x="1987" y="4081"/>
                    </a:cubicBezTo>
                    <a:cubicBezTo>
                      <a:pt x="1987" y="4117"/>
                      <a:pt x="2023" y="4162"/>
                      <a:pt x="2059" y="4162"/>
                    </a:cubicBezTo>
                    <a:lnTo>
                      <a:pt x="2095" y="4117"/>
                    </a:lnTo>
                    <a:lnTo>
                      <a:pt x="2850" y="4872"/>
                    </a:lnTo>
                    <a:lnTo>
                      <a:pt x="2850" y="5321"/>
                    </a:lnTo>
                    <a:lnTo>
                      <a:pt x="2095" y="6031"/>
                    </a:lnTo>
                    <a:lnTo>
                      <a:pt x="2095" y="5168"/>
                    </a:lnTo>
                    <a:lnTo>
                      <a:pt x="2140" y="5132"/>
                    </a:lnTo>
                    <a:cubicBezTo>
                      <a:pt x="2140" y="5096"/>
                      <a:pt x="2095" y="5060"/>
                      <a:pt x="2059" y="5060"/>
                    </a:cubicBezTo>
                    <a:cubicBezTo>
                      <a:pt x="2023" y="5060"/>
                      <a:pt x="1987" y="5096"/>
                      <a:pt x="1987" y="5132"/>
                    </a:cubicBezTo>
                    <a:cubicBezTo>
                      <a:pt x="1987" y="5132"/>
                      <a:pt x="1987" y="5168"/>
                      <a:pt x="2023" y="5168"/>
                    </a:cubicBezTo>
                    <a:lnTo>
                      <a:pt x="2023" y="8125"/>
                    </a:lnTo>
                    <a:lnTo>
                      <a:pt x="1502" y="8610"/>
                    </a:lnTo>
                    <a:lnTo>
                      <a:pt x="1502" y="5734"/>
                    </a:lnTo>
                    <a:lnTo>
                      <a:pt x="567" y="4872"/>
                    </a:lnTo>
                    <a:lnTo>
                      <a:pt x="567" y="3218"/>
                    </a:lnTo>
                    <a:lnTo>
                      <a:pt x="118" y="2814"/>
                    </a:lnTo>
                    <a:lnTo>
                      <a:pt x="118" y="153"/>
                    </a:lnTo>
                    <a:cubicBezTo>
                      <a:pt x="153" y="153"/>
                      <a:pt x="189" y="117"/>
                      <a:pt x="189" y="72"/>
                    </a:cubicBezTo>
                    <a:cubicBezTo>
                      <a:pt x="189" y="36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713356" y="3309128"/>
                <a:ext cx="129316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939" extrusionOk="0">
                    <a:moveTo>
                      <a:pt x="935" y="1"/>
                    </a:moveTo>
                    <a:cubicBezTo>
                      <a:pt x="899" y="1"/>
                      <a:pt x="854" y="37"/>
                      <a:pt x="854" y="73"/>
                    </a:cubicBezTo>
                    <a:cubicBezTo>
                      <a:pt x="854" y="118"/>
                      <a:pt x="899" y="118"/>
                      <a:pt x="935" y="154"/>
                    </a:cubicBezTo>
                    <a:lnTo>
                      <a:pt x="935" y="3488"/>
                    </a:lnTo>
                    <a:lnTo>
                      <a:pt x="0" y="4342"/>
                    </a:lnTo>
                    <a:lnTo>
                      <a:pt x="0" y="7451"/>
                    </a:lnTo>
                    <a:lnTo>
                      <a:pt x="935" y="8314"/>
                    </a:lnTo>
                    <a:lnTo>
                      <a:pt x="935" y="10938"/>
                    </a:lnTo>
                    <a:lnTo>
                      <a:pt x="971" y="10938"/>
                    </a:lnTo>
                    <a:lnTo>
                      <a:pt x="971" y="8314"/>
                    </a:lnTo>
                    <a:lnTo>
                      <a:pt x="36" y="7451"/>
                    </a:lnTo>
                    <a:lnTo>
                      <a:pt x="36" y="4387"/>
                    </a:lnTo>
                    <a:lnTo>
                      <a:pt x="971" y="3524"/>
                    </a:lnTo>
                    <a:lnTo>
                      <a:pt x="971" y="154"/>
                    </a:lnTo>
                    <a:cubicBezTo>
                      <a:pt x="1007" y="118"/>
                      <a:pt x="1043" y="118"/>
                      <a:pt x="1043" y="73"/>
                    </a:cubicBezTo>
                    <a:cubicBezTo>
                      <a:pt x="1043" y="37"/>
                      <a:pt x="1007" y="1"/>
                      <a:pt x="93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754519" y="4024507"/>
                <a:ext cx="135020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5169" extrusionOk="0">
                    <a:moveTo>
                      <a:pt x="73" y="1"/>
                    </a:moveTo>
                    <a:cubicBezTo>
                      <a:pt x="37" y="1"/>
                      <a:pt x="1" y="37"/>
                      <a:pt x="1" y="73"/>
                    </a:cubicBezTo>
                    <a:cubicBezTo>
                      <a:pt x="1" y="108"/>
                      <a:pt x="37" y="144"/>
                      <a:pt x="73" y="144"/>
                    </a:cubicBezTo>
                    <a:lnTo>
                      <a:pt x="117" y="108"/>
                    </a:lnTo>
                    <a:lnTo>
                      <a:pt x="1016" y="935"/>
                    </a:lnTo>
                    <a:lnTo>
                      <a:pt x="1016" y="5168"/>
                    </a:lnTo>
                    <a:lnTo>
                      <a:pt x="1088" y="5168"/>
                    </a:lnTo>
                    <a:lnTo>
                      <a:pt x="1088" y="935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2412570" y="3253460"/>
                <a:ext cx="189573" cy="1411913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1388" extrusionOk="0">
                    <a:moveTo>
                      <a:pt x="747" y="0"/>
                    </a:moveTo>
                    <a:cubicBezTo>
                      <a:pt x="711" y="0"/>
                      <a:pt x="675" y="36"/>
                      <a:pt x="675" y="72"/>
                    </a:cubicBezTo>
                    <a:cubicBezTo>
                      <a:pt x="675" y="72"/>
                      <a:pt x="711" y="117"/>
                      <a:pt x="711" y="153"/>
                    </a:cubicBezTo>
                    <a:lnTo>
                      <a:pt x="711" y="8988"/>
                    </a:lnTo>
                    <a:lnTo>
                      <a:pt x="1421" y="9590"/>
                    </a:lnTo>
                    <a:lnTo>
                      <a:pt x="1421" y="10408"/>
                    </a:lnTo>
                    <a:lnTo>
                      <a:pt x="109" y="9248"/>
                    </a:lnTo>
                    <a:lnTo>
                      <a:pt x="109" y="5653"/>
                    </a:lnTo>
                    <a:cubicBezTo>
                      <a:pt x="145" y="5653"/>
                      <a:pt x="145" y="5617"/>
                      <a:pt x="145" y="5582"/>
                    </a:cubicBezTo>
                    <a:cubicBezTo>
                      <a:pt x="145" y="5546"/>
                      <a:pt x="109" y="5510"/>
                      <a:pt x="73" y="5510"/>
                    </a:cubicBezTo>
                    <a:cubicBezTo>
                      <a:pt x="37" y="5510"/>
                      <a:pt x="1" y="5546"/>
                      <a:pt x="1" y="5582"/>
                    </a:cubicBezTo>
                    <a:cubicBezTo>
                      <a:pt x="1" y="5617"/>
                      <a:pt x="37" y="5653"/>
                      <a:pt x="37" y="5653"/>
                    </a:cubicBezTo>
                    <a:lnTo>
                      <a:pt x="37" y="9248"/>
                    </a:lnTo>
                    <a:lnTo>
                      <a:pt x="1421" y="10489"/>
                    </a:lnTo>
                    <a:lnTo>
                      <a:pt x="1421" y="11387"/>
                    </a:lnTo>
                    <a:lnTo>
                      <a:pt x="1457" y="11387"/>
                    </a:lnTo>
                    <a:lnTo>
                      <a:pt x="1457" y="2472"/>
                    </a:lnTo>
                    <a:cubicBezTo>
                      <a:pt x="1493" y="2472"/>
                      <a:pt x="1529" y="2436"/>
                      <a:pt x="1529" y="2400"/>
                    </a:cubicBezTo>
                    <a:cubicBezTo>
                      <a:pt x="1529" y="2364"/>
                      <a:pt x="1493" y="2319"/>
                      <a:pt x="1457" y="2319"/>
                    </a:cubicBezTo>
                    <a:cubicBezTo>
                      <a:pt x="1385" y="2319"/>
                      <a:pt x="1349" y="2364"/>
                      <a:pt x="1349" y="2400"/>
                    </a:cubicBezTo>
                    <a:cubicBezTo>
                      <a:pt x="1349" y="2436"/>
                      <a:pt x="1385" y="2472"/>
                      <a:pt x="1421" y="2472"/>
                    </a:cubicBezTo>
                    <a:lnTo>
                      <a:pt x="1421" y="9509"/>
                    </a:lnTo>
                    <a:lnTo>
                      <a:pt x="783" y="8952"/>
                    </a:lnTo>
                    <a:lnTo>
                      <a:pt x="783" y="153"/>
                    </a:lnTo>
                    <a:cubicBezTo>
                      <a:pt x="819" y="117"/>
                      <a:pt x="854" y="117"/>
                      <a:pt x="854" y="72"/>
                    </a:cubicBezTo>
                    <a:cubicBezTo>
                      <a:pt x="854" y="36"/>
                      <a:pt x="819" y="0"/>
                      <a:pt x="7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2667732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4571025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1947999" y="3949869"/>
                <a:ext cx="180522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2054874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947999" y="4219531"/>
                <a:ext cx="18970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1887742" y="4391123"/>
                <a:ext cx="17978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157691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1075392" y="3304664"/>
                <a:ext cx="278718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10975" extrusionOk="0">
                    <a:moveTo>
                      <a:pt x="1574" y="1"/>
                    </a:moveTo>
                    <a:cubicBezTo>
                      <a:pt x="1529" y="1"/>
                      <a:pt x="1493" y="1"/>
                      <a:pt x="1493" y="37"/>
                    </a:cubicBezTo>
                    <a:lnTo>
                      <a:pt x="1493" y="73"/>
                    </a:lnTo>
                    <a:lnTo>
                      <a:pt x="594" y="936"/>
                    </a:lnTo>
                    <a:lnTo>
                      <a:pt x="594" y="8350"/>
                    </a:lnTo>
                    <a:lnTo>
                      <a:pt x="73" y="7901"/>
                    </a:lnTo>
                    <a:lnTo>
                      <a:pt x="73" y="5133"/>
                    </a:lnTo>
                    <a:cubicBezTo>
                      <a:pt x="109" y="5133"/>
                      <a:pt x="145" y="5097"/>
                      <a:pt x="145" y="5052"/>
                    </a:cubicBezTo>
                    <a:cubicBezTo>
                      <a:pt x="145" y="5016"/>
                      <a:pt x="109" y="5016"/>
                      <a:pt x="73" y="5016"/>
                    </a:cubicBezTo>
                    <a:cubicBezTo>
                      <a:pt x="37" y="5016"/>
                      <a:pt x="1" y="5016"/>
                      <a:pt x="1" y="5052"/>
                    </a:cubicBezTo>
                    <a:cubicBezTo>
                      <a:pt x="1" y="5097"/>
                      <a:pt x="1" y="5133"/>
                      <a:pt x="37" y="5133"/>
                    </a:cubicBezTo>
                    <a:lnTo>
                      <a:pt x="37" y="7937"/>
                    </a:lnTo>
                    <a:lnTo>
                      <a:pt x="2167" y="9887"/>
                    </a:lnTo>
                    <a:lnTo>
                      <a:pt x="2167" y="10974"/>
                    </a:lnTo>
                    <a:lnTo>
                      <a:pt x="2203" y="10974"/>
                    </a:lnTo>
                    <a:lnTo>
                      <a:pt x="2203" y="7523"/>
                    </a:lnTo>
                    <a:cubicBezTo>
                      <a:pt x="2248" y="7487"/>
                      <a:pt x="2248" y="7487"/>
                      <a:pt x="2248" y="7451"/>
                    </a:cubicBezTo>
                    <a:cubicBezTo>
                      <a:pt x="2248" y="7415"/>
                      <a:pt x="2203" y="7379"/>
                      <a:pt x="2167" y="7379"/>
                    </a:cubicBezTo>
                    <a:cubicBezTo>
                      <a:pt x="2131" y="7379"/>
                      <a:pt x="2095" y="7415"/>
                      <a:pt x="2095" y="7451"/>
                    </a:cubicBezTo>
                    <a:cubicBezTo>
                      <a:pt x="2095" y="7487"/>
                      <a:pt x="2131" y="7487"/>
                      <a:pt x="2167" y="7523"/>
                    </a:cubicBezTo>
                    <a:lnTo>
                      <a:pt x="2167" y="9249"/>
                    </a:lnTo>
                    <a:lnTo>
                      <a:pt x="1044" y="8242"/>
                    </a:lnTo>
                    <a:lnTo>
                      <a:pt x="1044" y="1277"/>
                    </a:lnTo>
                    <a:cubicBezTo>
                      <a:pt x="1079" y="1277"/>
                      <a:pt x="1079" y="1232"/>
                      <a:pt x="1079" y="1232"/>
                    </a:cubicBezTo>
                    <a:cubicBezTo>
                      <a:pt x="1079" y="1196"/>
                      <a:pt x="1044" y="1160"/>
                      <a:pt x="1008" y="1160"/>
                    </a:cubicBezTo>
                    <a:cubicBezTo>
                      <a:pt x="972" y="1160"/>
                      <a:pt x="936" y="1196"/>
                      <a:pt x="936" y="1232"/>
                    </a:cubicBezTo>
                    <a:lnTo>
                      <a:pt x="972" y="1277"/>
                    </a:lnTo>
                    <a:lnTo>
                      <a:pt x="972" y="8242"/>
                    </a:lnTo>
                    <a:lnTo>
                      <a:pt x="2167" y="9321"/>
                    </a:lnTo>
                    <a:lnTo>
                      <a:pt x="2167" y="9815"/>
                    </a:lnTo>
                    <a:lnTo>
                      <a:pt x="630" y="8422"/>
                    </a:lnTo>
                    <a:lnTo>
                      <a:pt x="630" y="936"/>
                    </a:lnTo>
                    <a:lnTo>
                      <a:pt x="1529" y="109"/>
                    </a:lnTo>
                    <a:lnTo>
                      <a:pt x="1574" y="109"/>
                    </a:lnTo>
                    <a:cubicBezTo>
                      <a:pt x="1610" y="109"/>
                      <a:pt x="1646" y="109"/>
                      <a:pt x="1646" y="37"/>
                    </a:cubicBezTo>
                    <a:cubicBezTo>
                      <a:pt x="1646" y="1"/>
                      <a:pt x="1610" y="1"/>
                      <a:pt x="15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>
                <a:off x="1395274" y="3930900"/>
                <a:ext cx="19094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24" extrusionOk="0">
                    <a:moveTo>
                      <a:pt x="72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72" y="5923"/>
                    </a:lnTo>
                    <a:lnTo>
                      <a:pt x="72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>
                <a:off x="2412570" y="4543745"/>
                <a:ext cx="17978" cy="12162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981" extrusionOk="0">
                    <a:moveTo>
                      <a:pt x="73" y="1"/>
                    </a:moveTo>
                    <a:cubicBezTo>
                      <a:pt x="37" y="1"/>
                      <a:pt x="1" y="46"/>
                      <a:pt x="1" y="82"/>
                    </a:cubicBezTo>
                    <a:cubicBezTo>
                      <a:pt x="1" y="117"/>
                      <a:pt x="37" y="153"/>
                      <a:pt x="37" y="153"/>
                    </a:cubicBezTo>
                    <a:lnTo>
                      <a:pt x="37" y="980"/>
                    </a:lnTo>
                    <a:lnTo>
                      <a:pt x="109" y="980"/>
                    </a:lnTo>
                    <a:lnTo>
                      <a:pt x="109" y="153"/>
                    </a:lnTo>
                    <a:cubicBezTo>
                      <a:pt x="145" y="153"/>
                      <a:pt x="145" y="117"/>
                      <a:pt x="145" y="82"/>
                    </a:cubicBezTo>
                    <a:cubicBezTo>
                      <a:pt x="145" y="4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224543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854" y="0"/>
                    </a:moveTo>
                    <a:cubicBezTo>
                      <a:pt x="818" y="0"/>
                      <a:pt x="783" y="36"/>
                      <a:pt x="783" y="72"/>
                    </a:cubicBezTo>
                    <a:lnTo>
                      <a:pt x="783" y="108"/>
                    </a:lnTo>
                    <a:lnTo>
                      <a:pt x="1" y="827"/>
                    </a:lnTo>
                    <a:lnTo>
                      <a:pt x="1" y="1348"/>
                    </a:lnTo>
                    <a:lnTo>
                      <a:pt x="854" y="2130"/>
                    </a:lnTo>
                    <a:lnTo>
                      <a:pt x="854" y="11198"/>
                    </a:lnTo>
                    <a:lnTo>
                      <a:pt x="899" y="11198"/>
                    </a:lnTo>
                    <a:lnTo>
                      <a:pt x="899" y="2094"/>
                    </a:lnTo>
                    <a:lnTo>
                      <a:pt x="73" y="1312"/>
                    </a:lnTo>
                    <a:lnTo>
                      <a:pt x="73" y="863"/>
                    </a:lnTo>
                    <a:lnTo>
                      <a:pt x="854" y="153"/>
                    </a:lnTo>
                    <a:cubicBezTo>
                      <a:pt x="899" y="153"/>
                      <a:pt x="935" y="108"/>
                      <a:pt x="935" y="72"/>
                    </a:cubicBezTo>
                    <a:cubicBezTo>
                      <a:pt x="935" y="36"/>
                      <a:pt x="899" y="0"/>
                      <a:pt x="8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2156293" y="3444021"/>
                <a:ext cx="13055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3786572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2106204" y="2728642"/>
                <a:ext cx="133780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>
                <a:off x="4260071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4496262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214877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1399737" y="3304664"/>
                <a:ext cx="274255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0975" extrusionOk="0">
                    <a:moveTo>
                      <a:pt x="81" y="1"/>
                    </a:moveTo>
                    <a:cubicBezTo>
                      <a:pt x="36" y="1"/>
                      <a:pt x="0" y="37"/>
                      <a:pt x="0" y="73"/>
                    </a:cubicBezTo>
                    <a:cubicBezTo>
                      <a:pt x="0" y="109"/>
                      <a:pt x="36" y="154"/>
                      <a:pt x="81" y="154"/>
                    </a:cubicBezTo>
                    <a:lnTo>
                      <a:pt x="81" y="1457"/>
                    </a:lnTo>
                    <a:lnTo>
                      <a:pt x="1016" y="2320"/>
                    </a:lnTo>
                    <a:lnTo>
                      <a:pt x="1016" y="9923"/>
                    </a:lnTo>
                    <a:lnTo>
                      <a:pt x="2139" y="10974"/>
                    </a:lnTo>
                    <a:lnTo>
                      <a:pt x="2211" y="10974"/>
                    </a:lnTo>
                    <a:lnTo>
                      <a:pt x="1052" y="9923"/>
                    </a:lnTo>
                    <a:lnTo>
                      <a:pt x="1052" y="2320"/>
                    </a:lnTo>
                    <a:lnTo>
                      <a:pt x="153" y="1457"/>
                    </a:lnTo>
                    <a:lnTo>
                      <a:pt x="153" y="154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4101866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4046197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2788121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1348407" y="2812206"/>
                <a:ext cx="269791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4947" extrusionOk="0">
                    <a:moveTo>
                      <a:pt x="82" y="1"/>
                    </a:moveTo>
                    <a:cubicBezTo>
                      <a:pt x="46" y="1"/>
                      <a:pt x="1" y="37"/>
                      <a:pt x="1" y="81"/>
                    </a:cubicBezTo>
                    <a:cubicBezTo>
                      <a:pt x="1" y="117"/>
                      <a:pt x="1" y="153"/>
                      <a:pt x="46" y="153"/>
                    </a:cubicBezTo>
                    <a:lnTo>
                      <a:pt x="46" y="5653"/>
                    </a:lnTo>
                    <a:lnTo>
                      <a:pt x="980" y="6480"/>
                    </a:lnTo>
                    <a:lnTo>
                      <a:pt x="980" y="13895"/>
                    </a:lnTo>
                    <a:lnTo>
                      <a:pt x="2104" y="14946"/>
                    </a:lnTo>
                    <a:lnTo>
                      <a:pt x="2176" y="14946"/>
                    </a:lnTo>
                    <a:lnTo>
                      <a:pt x="1052" y="13859"/>
                    </a:lnTo>
                    <a:lnTo>
                      <a:pt x="1052" y="6480"/>
                    </a:lnTo>
                    <a:lnTo>
                      <a:pt x="118" y="5618"/>
                    </a:lnTo>
                    <a:lnTo>
                      <a:pt x="118" y="153"/>
                    </a:lnTo>
                    <a:cubicBezTo>
                      <a:pt x="154" y="153"/>
                      <a:pt x="154" y="117"/>
                      <a:pt x="154" y="81"/>
                    </a:cubicBezTo>
                    <a:cubicBezTo>
                      <a:pt x="154" y="37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4617768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5323862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524909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5002865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5114328" y="4391123"/>
                <a:ext cx="111586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5648083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5992389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565366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480951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5430737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5058658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5703752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4882600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4822343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725637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5941183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414682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650874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5369489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256477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200808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4942732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772379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5" name="Google Shape;155;p3"/>
          <p:cNvSpPr>
            <a:spLocks noGrp="1"/>
          </p:cNvSpPr>
          <p:nvPr>
            <p:ph type="pic" idx="3"/>
          </p:nvPr>
        </p:nvSpPr>
        <p:spPr>
          <a:xfrm>
            <a:off x="5198650" y="1031600"/>
            <a:ext cx="3224700" cy="3080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5"/>
          <p:cNvSpPr txBox="1">
            <a:spLocks noGrp="1"/>
          </p:cNvSpPr>
          <p:nvPr>
            <p:ph type="title" idx="2"/>
          </p:nvPr>
        </p:nvSpPr>
        <p:spPr>
          <a:xfrm>
            <a:off x="720000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"/>
          <p:cNvSpPr txBox="1">
            <a:spLocks noGrp="1"/>
          </p:cNvSpPr>
          <p:nvPr>
            <p:ph type="title" idx="3"/>
          </p:nvPr>
        </p:nvSpPr>
        <p:spPr>
          <a:xfrm>
            <a:off x="4901688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"/>
          <p:cNvSpPr txBox="1">
            <a:spLocks noGrp="1"/>
          </p:cNvSpPr>
          <p:nvPr>
            <p:ph type="subTitle" idx="1"/>
          </p:nvPr>
        </p:nvSpPr>
        <p:spPr>
          <a:xfrm>
            <a:off x="7200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5"/>
          <p:cNvSpPr txBox="1">
            <a:spLocks noGrp="1"/>
          </p:cNvSpPr>
          <p:nvPr>
            <p:ph type="subTitle" idx="4"/>
          </p:nvPr>
        </p:nvSpPr>
        <p:spPr>
          <a:xfrm>
            <a:off x="49017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7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4753350" y="1044763"/>
            <a:ext cx="3357300" cy="19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0" name="Google Shape;270;p7"/>
          <p:cNvSpPr txBox="1">
            <a:spLocks noGrp="1"/>
          </p:cNvSpPr>
          <p:nvPr>
            <p:ph type="subTitle" idx="1"/>
          </p:nvPr>
        </p:nvSpPr>
        <p:spPr>
          <a:xfrm>
            <a:off x="4753350" y="2941826"/>
            <a:ext cx="3357300" cy="11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7"/>
          <p:cNvSpPr>
            <a:spLocks noGrp="1"/>
          </p:cNvSpPr>
          <p:nvPr>
            <p:ph type="pic" idx="2"/>
          </p:nvPr>
        </p:nvSpPr>
        <p:spPr>
          <a:xfrm>
            <a:off x="713350" y="1004738"/>
            <a:ext cx="3672000" cy="3134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"/>
          <p:cNvSpPr>
            <a:spLocks noGrp="1"/>
          </p:cNvSpPr>
          <p:nvPr>
            <p:ph type="pic" idx="2"/>
          </p:nvPr>
        </p:nvSpPr>
        <p:spPr>
          <a:xfrm>
            <a:off x="-735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150"/>
          </a:p>
        </p:txBody>
      </p:sp>
      <p:sp>
        <p:nvSpPr>
          <p:cNvPr id="473" name="Google Shape;473;p10"/>
          <p:cNvSpPr txBox="1">
            <a:spLocks noGrp="1"/>
          </p:cNvSpPr>
          <p:nvPr>
            <p:ph type="body" idx="1"/>
          </p:nvPr>
        </p:nvSpPr>
        <p:spPr>
          <a:xfrm>
            <a:off x="720000" y="3998750"/>
            <a:ext cx="7704000" cy="6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drich"/>
              <a:buNone/>
              <a:defRPr sz="4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13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13"/>
          <p:cNvSpPr txBox="1">
            <a:spLocks noGrp="1"/>
          </p:cNvSpPr>
          <p:nvPr>
            <p:ph type="title" idx="2"/>
          </p:nvPr>
        </p:nvSpPr>
        <p:spPr>
          <a:xfrm>
            <a:off x="1589738" y="1654050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13"/>
          <p:cNvSpPr txBox="1">
            <a:spLocks noGrp="1"/>
          </p:cNvSpPr>
          <p:nvPr>
            <p:ph type="title" idx="3"/>
          </p:nvPr>
        </p:nvSpPr>
        <p:spPr>
          <a:xfrm>
            <a:off x="5485954" y="1654050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3"/>
          <p:cNvSpPr txBox="1">
            <a:spLocks noGrp="1"/>
          </p:cNvSpPr>
          <p:nvPr>
            <p:ph type="subTitle" idx="1"/>
          </p:nvPr>
        </p:nvSpPr>
        <p:spPr>
          <a:xfrm>
            <a:off x="1589739" y="2120870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3"/>
          <p:cNvSpPr txBox="1">
            <a:spLocks noGrp="1"/>
          </p:cNvSpPr>
          <p:nvPr>
            <p:ph type="subTitle" idx="4"/>
          </p:nvPr>
        </p:nvSpPr>
        <p:spPr>
          <a:xfrm>
            <a:off x="5485961" y="2120870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13"/>
          <p:cNvSpPr txBox="1">
            <a:spLocks noGrp="1"/>
          </p:cNvSpPr>
          <p:nvPr>
            <p:ph type="title" idx="5"/>
          </p:nvPr>
        </p:nvSpPr>
        <p:spPr>
          <a:xfrm>
            <a:off x="1589738" y="3178654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13"/>
          <p:cNvSpPr txBox="1">
            <a:spLocks noGrp="1"/>
          </p:cNvSpPr>
          <p:nvPr>
            <p:ph type="title" idx="6"/>
          </p:nvPr>
        </p:nvSpPr>
        <p:spPr>
          <a:xfrm>
            <a:off x="5485950" y="3178654"/>
            <a:ext cx="2885400" cy="5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3"/>
          <p:cNvSpPr txBox="1">
            <a:spLocks noGrp="1"/>
          </p:cNvSpPr>
          <p:nvPr>
            <p:ph type="subTitle" idx="7"/>
          </p:nvPr>
        </p:nvSpPr>
        <p:spPr>
          <a:xfrm>
            <a:off x="1589771" y="3645374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13"/>
          <p:cNvSpPr txBox="1">
            <a:spLocks noGrp="1"/>
          </p:cNvSpPr>
          <p:nvPr>
            <p:ph type="subTitle" idx="8"/>
          </p:nvPr>
        </p:nvSpPr>
        <p:spPr>
          <a:xfrm>
            <a:off x="5485967" y="3645374"/>
            <a:ext cx="288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13"/>
          <p:cNvSpPr txBox="1">
            <a:spLocks noGrp="1"/>
          </p:cNvSpPr>
          <p:nvPr>
            <p:ph type="title" idx="9" hasCustomPrompt="1"/>
          </p:nvPr>
        </p:nvSpPr>
        <p:spPr>
          <a:xfrm>
            <a:off x="772625" y="17328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08" name="Google Shape;608;p13"/>
          <p:cNvSpPr txBox="1">
            <a:spLocks noGrp="1"/>
          </p:cNvSpPr>
          <p:nvPr>
            <p:ph type="title" idx="13" hasCustomPrompt="1"/>
          </p:nvPr>
        </p:nvSpPr>
        <p:spPr>
          <a:xfrm>
            <a:off x="772625" y="32597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09" name="Google Shape;609;p13"/>
          <p:cNvSpPr txBox="1">
            <a:spLocks noGrp="1"/>
          </p:cNvSpPr>
          <p:nvPr>
            <p:ph type="title" idx="14" hasCustomPrompt="1"/>
          </p:nvPr>
        </p:nvSpPr>
        <p:spPr>
          <a:xfrm>
            <a:off x="4668825" y="17328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10" name="Google Shape;610;p13"/>
          <p:cNvSpPr txBox="1">
            <a:spLocks noGrp="1"/>
          </p:cNvSpPr>
          <p:nvPr>
            <p:ph type="title" idx="15" hasCustomPrompt="1"/>
          </p:nvPr>
        </p:nvSpPr>
        <p:spPr>
          <a:xfrm>
            <a:off x="4668825" y="3259799"/>
            <a:ext cx="77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611" name="Google Shape;611;p13"/>
          <p:cNvGrpSpPr/>
          <p:nvPr/>
        </p:nvGrpSpPr>
        <p:grpSpPr>
          <a:xfrm>
            <a:off x="1" y="300"/>
            <a:ext cx="9143987" cy="5143233"/>
            <a:chOff x="1" y="300"/>
            <a:chExt cx="9143987" cy="5143233"/>
          </a:xfrm>
        </p:grpSpPr>
        <p:grpSp>
          <p:nvGrpSpPr>
            <p:cNvPr id="612" name="Google Shape;612;p13"/>
            <p:cNvGrpSpPr/>
            <p:nvPr/>
          </p:nvGrpSpPr>
          <p:grpSpPr>
            <a:xfrm>
              <a:off x="7461201" y="300"/>
              <a:ext cx="1682787" cy="5143233"/>
              <a:chOff x="7461201" y="300"/>
              <a:chExt cx="1682787" cy="5143233"/>
            </a:xfrm>
          </p:grpSpPr>
          <p:grpSp>
            <p:nvGrpSpPr>
              <p:cNvPr id="613" name="Google Shape;613;p13"/>
              <p:cNvGrpSpPr/>
              <p:nvPr/>
            </p:nvGrpSpPr>
            <p:grpSpPr>
              <a:xfrm>
                <a:off x="7461201" y="4738773"/>
                <a:ext cx="1682787" cy="404760"/>
                <a:chOff x="7395926" y="4738773"/>
                <a:chExt cx="1682787" cy="404760"/>
              </a:xfrm>
            </p:grpSpPr>
            <p:sp>
              <p:nvSpPr>
                <p:cNvPr id="614" name="Google Shape;614;p13"/>
                <p:cNvSpPr/>
                <p:nvPr/>
              </p:nvSpPr>
              <p:spPr>
                <a:xfrm rot="-5400000">
                  <a:off x="8692399" y="4649854"/>
                  <a:ext cx="101087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13"/>
                <p:cNvSpPr/>
                <p:nvPr/>
              </p:nvSpPr>
              <p:spPr>
                <a:xfrm rot="-5400000">
                  <a:off x="8086771" y="4047928"/>
                  <a:ext cx="301097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13"/>
                <p:cNvSpPr/>
                <p:nvPr/>
              </p:nvSpPr>
              <p:spPr>
                <a:xfrm rot="-5400000">
                  <a:off x="8461381" y="4526204"/>
                  <a:ext cx="107476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13"/>
                <p:cNvSpPr/>
                <p:nvPr/>
              </p:nvSpPr>
              <p:spPr>
                <a:xfrm rot="-5400000">
                  <a:off x="8756285" y="4786901"/>
                  <a:ext cx="112216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8" name="Google Shape;618;p13"/>
              <p:cNvGrpSpPr/>
              <p:nvPr/>
            </p:nvGrpSpPr>
            <p:grpSpPr>
              <a:xfrm>
                <a:off x="7461201" y="300"/>
                <a:ext cx="1682787" cy="404861"/>
                <a:chOff x="7395926" y="300"/>
                <a:chExt cx="1682787" cy="404861"/>
              </a:xfrm>
            </p:grpSpPr>
            <p:sp>
              <p:nvSpPr>
                <p:cNvPr id="619" name="Google Shape;619;p13"/>
                <p:cNvSpPr/>
                <p:nvPr/>
              </p:nvSpPr>
              <p:spPr>
                <a:xfrm rot="-5400000">
                  <a:off x="8758191" y="-173788"/>
                  <a:ext cx="108403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13"/>
                <p:cNvSpPr/>
                <p:nvPr/>
              </p:nvSpPr>
              <p:spPr>
                <a:xfrm rot="-5400000">
                  <a:off x="8088626" y="-584927"/>
                  <a:ext cx="297388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13"/>
                <p:cNvSpPr/>
                <p:nvPr/>
              </p:nvSpPr>
              <p:spPr>
                <a:xfrm rot="-5400000">
                  <a:off x="8694254" y="-175591"/>
                  <a:ext cx="97378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13"/>
                <p:cNvSpPr/>
                <p:nvPr/>
              </p:nvSpPr>
              <p:spPr>
                <a:xfrm rot="-5400000">
                  <a:off x="8461329" y="-509501"/>
                  <a:ext cx="107579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23" name="Google Shape;623;p13"/>
            <p:cNvGrpSpPr/>
            <p:nvPr/>
          </p:nvGrpSpPr>
          <p:grpSpPr>
            <a:xfrm flipH="1">
              <a:off x="1" y="300"/>
              <a:ext cx="1682787" cy="5143233"/>
              <a:chOff x="7461201" y="300"/>
              <a:chExt cx="1682787" cy="5143233"/>
            </a:xfrm>
          </p:grpSpPr>
          <p:grpSp>
            <p:nvGrpSpPr>
              <p:cNvPr id="624" name="Google Shape;624;p13"/>
              <p:cNvGrpSpPr/>
              <p:nvPr/>
            </p:nvGrpSpPr>
            <p:grpSpPr>
              <a:xfrm>
                <a:off x="7461201" y="4738773"/>
                <a:ext cx="1682787" cy="404760"/>
                <a:chOff x="7395926" y="4738773"/>
                <a:chExt cx="1682787" cy="404760"/>
              </a:xfrm>
            </p:grpSpPr>
            <p:sp>
              <p:nvSpPr>
                <p:cNvPr id="625" name="Google Shape;625;p13"/>
                <p:cNvSpPr/>
                <p:nvPr/>
              </p:nvSpPr>
              <p:spPr>
                <a:xfrm rot="-5400000">
                  <a:off x="8692399" y="4649854"/>
                  <a:ext cx="101087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3"/>
                <p:cNvSpPr/>
                <p:nvPr/>
              </p:nvSpPr>
              <p:spPr>
                <a:xfrm rot="-5400000">
                  <a:off x="8086771" y="4047928"/>
                  <a:ext cx="301097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13"/>
                <p:cNvSpPr/>
                <p:nvPr/>
              </p:nvSpPr>
              <p:spPr>
                <a:xfrm rot="-5400000">
                  <a:off x="8461381" y="4526204"/>
                  <a:ext cx="107476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13"/>
                <p:cNvSpPr/>
                <p:nvPr/>
              </p:nvSpPr>
              <p:spPr>
                <a:xfrm rot="-5400000">
                  <a:off x="8756285" y="4786901"/>
                  <a:ext cx="112216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9" name="Google Shape;629;p13"/>
              <p:cNvGrpSpPr/>
              <p:nvPr/>
            </p:nvGrpSpPr>
            <p:grpSpPr>
              <a:xfrm>
                <a:off x="7461201" y="300"/>
                <a:ext cx="1682787" cy="404861"/>
                <a:chOff x="7395926" y="300"/>
                <a:chExt cx="1682787" cy="404861"/>
              </a:xfrm>
            </p:grpSpPr>
            <p:sp>
              <p:nvSpPr>
                <p:cNvPr id="630" name="Google Shape;630;p13"/>
                <p:cNvSpPr/>
                <p:nvPr/>
              </p:nvSpPr>
              <p:spPr>
                <a:xfrm rot="-5400000">
                  <a:off x="8758191" y="-173788"/>
                  <a:ext cx="108403" cy="532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13"/>
                <p:cNvSpPr/>
                <p:nvPr/>
              </p:nvSpPr>
              <p:spPr>
                <a:xfrm rot="-5400000">
                  <a:off x="8088626" y="-584927"/>
                  <a:ext cx="297388" cy="168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13"/>
                <p:cNvSpPr/>
                <p:nvPr/>
              </p:nvSpPr>
              <p:spPr>
                <a:xfrm rot="-5400000">
                  <a:off x="8694254" y="-175591"/>
                  <a:ext cx="97378" cy="67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13"/>
                <p:cNvSpPr/>
                <p:nvPr/>
              </p:nvSpPr>
              <p:spPr>
                <a:xfrm rot="-5400000">
                  <a:off x="8461329" y="-509501"/>
                  <a:ext cx="107579" cy="1127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4" name="Google Shape;634;p13"/>
          <p:cNvGrpSpPr/>
          <p:nvPr/>
        </p:nvGrpSpPr>
        <p:grpSpPr>
          <a:xfrm>
            <a:off x="1351780" y="220554"/>
            <a:ext cx="6451661" cy="4696579"/>
            <a:chOff x="1351780" y="220554"/>
            <a:chExt cx="6451661" cy="4696579"/>
          </a:xfrm>
        </p:grpSpPr>
        <p:grpSp>
          <p:nvGrpSpPr>
            <p:cNvPr id="635" name="Google Shape;635;p13"/>
            <p:cNvGrpSpPr/>
            <p:nvPr/>
          </p:nvGrpSpPr>
          <p:grpSpPr>
            <a:xfrm>
              <a:off x="7670530" y="220554"/>
              <a:ext cx="132911" cy="199379"/>
              <a:chOff x="2778349" y="5640986"/>
              <a:chExt cx="508847" cy="763610"/>
            </a:xfrm>
          </p:grpSpPr>
          <p:sp>
            <p:nvSpPr>
              <p:cNvPr id="636" name="Google Shape;636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8" name="Google Shape;638;p13"/>
            <p:cNvGrpSpPr/>
            <p:nvPr/>
          </p:nvGrpSpPr>
          <p:grpSpPr>
            <a:xfrm>
              <a:off x="7670530" y="4717754"/>
              <a:ext cx="132911" cy="199379"/>
              <a:chOff x="2778349" y="5640986"/>
              <a:chExt cx="508847" cy="763610"/>
            </a:xfrm>
          </p:grpSpPr>
          <p:sp>
            <p:nvSpPr>
              <p:cNvPr id="639" name="Google Shape;639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1" name="Google Shape;641;p13"/>
            <p:cNvGrpSpPr/>
            <p:nvPr/>
          </p:nvGrpSpPr>
          <p:grpSpPr>
            <a:xfrm>
              <a:off x="1351780" y="220554"/>
              <a:ext cx="132911" cy="199379"/>
              <a:chOff x="2778349" y="5640986"/>
              <a:chExt cx="508847" cy="763610"/>
            </a:xfrm>
          </p:grpSpPr>
          <p:sp>
            <p:nvSpPr>
              <p:cNvPr id="642" name="Google Shape;642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13"/>
            <p:cNvGrpSpPr/>
            <p:nvPr/>
          </p:nvGrpSpPr>
          <p:grpSpPr>
            <a:xfrm>
              <a:off x="1351780" y="4717754"/>
              <a:ext cx="132911" cy="199379"/>
              <a:chOff x="2778349" y="5640986"/>
              <a:chExt cx="508847" cy="763610"/>
            </a:xfrm>
          </p:grpSpPr>
          <p:sp>
            <p:nvSpPr>
              <p:cNvPr id="645" name="Google Shape;645;p13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p19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3" name="Google Shape;873;p19"/>
          <p:cNvGrpSpPr/>
          <p:nvPr/>
        </p:nvGrpSpPr>
        <p:grpSpPr>
          <a:xfrm>
            <a:off x="11" y="11"/>
            <a:ext cx="9143977" cy="5153968"/>
            <a:chOff x="11" y="11"/>
            <a:chExt cx="9143977" cy="5153968"/>
          </a:xfrm>
        </p:grpSpPr>
        <p:sp>
          <p:nvSpPr>
            <p:cNvPr id="874" name="Google Shape;874;p19"/>
            <p:cNvSpPr/>
            <p:nvPr/>
          </p:nvSpPr>
          <p:spPr>
            <a:xfrm rot="-5400000">
              <a:off x="8580392" y="-278251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 rot="-5400000">
              <a:off x="8518773" y="-277735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 rot="-5400000">
              <a:off x="8491416" y="-100448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 rot="-5400000">
              <a:off x="8983644" y="299150"/>
              <a:ext cx="92741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 rot="-5400000">
              <a:off x="8769265" y="-219931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 rot="-5400000">
              <a:off x="8501617" y="-445851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 rot="-5400000">
              <a:off x="8931351" y="293123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 rot="-5400000">
              <a:off x="8672974" y="181066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9"/>
            <p:cNvSpPr/>
            <p:nvPr/>
          </p:nvSpPr>
          <p:spPr>
            <a:xfrm rot="-5400000">
              <a:off x="8591881" y="150051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9"/>
            <p:cNvSpPr/>
            <p:nvPr/>
          </p:nvSpPr>
          <p:spPr>
            <a:xfrm rot="-5400000">
              <a:off x="8283118" y="-613449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 rot="-5400000">
              <a:off x="8441492" y="-100395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 rot="-5400000">
              <a:off x="8580392" y="4173574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 rot="-5400000">
              <a:off x="8518773" y="4174090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 rot="-5400000">
              <a:off x="8491416" y="4351377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9"/>
            <p:cNvSpPr/>
            <p:nvPr/>
          </p:nvSpPr>
          <p:spPr>
            <a:xfrm rot="-5400000">
              <a:off x="8983644" y="4750975"/>
              <a:ext cx="92740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9"/>
            <p:cNvSpPr/>
            <p:nvPr/>
          </p:nvSpPr>
          <p:spPr>
            <a:xfrm rot="-5400000">
              <a:off x="8769265" y="4231894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9"/>
            <p:cNvSpPr/>
            <p:nvPr/>
          </p:nvSpPr>
          <p:spPr>
            <a:xfrm rot="-5400000">
              <a:off x="8501617" y="4005974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9"/>
            <p:cNvSpPr/>
            <p:nvPr/>
          </p:nvSpPr>
          <p:spPr>
            <a:xfrm rot="-5400000">
              <a:off x="8931351" y="4744948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 rot="-5400000">
              <a:off x="8672974" y="4632891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 rot="-5400000">
              <a:off x="8591881" y="4601876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 rot="-5400000">
              <a:off x="8283118" y="3838376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 rot="-5400000">
              <a:off x="8441492" y="4351430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 rot="5400000" flipH="1">
              <a:off x="451494" y="-278251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 rot="5400000" flipH="1">
              <a:off x="528775" y="-277735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 rot="5400000" flipH="1">
              <a:off x="540367" y="-100448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 rot="5400000" flipH="1">
              <a:off x="67614" y="299150"/>
              <a:ext cx="92741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 rot="5400000" flipH="1">
              <a:off x="219960" y="-219931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 rot="5400000" flipH="1">
              <a:off x="534803" y="-445851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 rot="5400000" flipH="1">
              <a:off x="146802" y="293123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 rot="5400000" flipH="1">
              <a:off x="358911" y="181066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 rot="5400000" flipH="1">
              <a:off x="439902" y="150051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 rot="5400000" flipH="1">
              <a:off x="748768" y="-613449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9"/>
            <p:cNvSpPr/>
            <p:nvPr/>
          </p:nvSpPr>
          <p:spPr>
            <a:xfrm rot="5400000" flipH="1">
              <a:off x="590393" y="-100395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9"/>
            <p:cNvSpPr/>
            <p:nvPr/>
          </p:nvSpPr>
          <p:spPr>
            <a:xfrm rot="5400000" flipH="1">
              <a:off x="451494" y="4173574"/>
              <a:ext cx="112113" cy="1015072"/>
            </a:xfrm>
            <a:custGeom>
              <a:avLst/>
              <a:gdLst/>
              <a:ahLst/>
              <a:cxnLst/>
              <a:rect l="l" t="t" r="r" b="b"/>
              <a:pathLst>
                <a:path w="1088" h="9851" extrusionOk="0">
                  <a:moveTo>
                    <a:pt x="1007" y="0"/>
                  </a:moveTo>
                  <a:cubicBezTo>
                    <a:pt x="935" y="0"/>
                    <a:pt x="899" y="36"/>
                    <a:pt x="899" y="72"/>
                  </a:cubicBezTo>
                  <a:lnTo>
                    <a:pt x="935" y="108"/>
                  </a:lnTo>
                  <a:lnTo>
                    <a:pt x="0" y="935"/>
                  </a:lnTo>
                  <a:lnTo>
                    <a:pt x="0" y="9850"/>
                  </a:lnTo>
                  <a:lnTo>
                    <a:pt x="72" y="9850"/>
                  </a:lnTo>
                  <a:lnTo>
                    <a:pt x="72" y="935"/>
                  </a:lnTo>
                  <a:lnTo>
                    <a:pt x="971" y="153"/>
                  </a:lnTo>
                  <a:lnTo>
                    <a:pt x="1007" y="153"/>
                  </a:lnTo>
                  <a:cubicBezTo>
                    <a:pt x="1043" y="153"/>
                    <a:pt x="1088" y="108"/>
                    <a:pt x="1088" y="72"/>
                  </a:cubicBezTo>
                  <a:cubicBezTo>
                    <a:pt x="1088" y="36"/>
                    <a:pt x="1043" y="0"/>
                    <a:pt x="10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9"/>
            <p:cNvSpPr/>
            <p:nvPr/>
          </p:nvSpPr>
          <p:spPr>
            <a:xfrm rot="5400000" flipH="1">
              <a:off x="528775" y="4174090"/>
              <a:ext cx="96450" cy="1153973"/>
            </a:xfrm>
            <a:custGeom>
              <a:avLst/>
              <a:gdLst/>
              <a:ahLst/>
              <a:cxnLst/>
              <a:rect l="l" t="t" r="r" b="b"/>
              <a:pathLst>
                <a:path w="936" h="11199" extrusionOk="0">
                  <a:moveTo>
                    <a:pt x="73" y="0"/>
                  </a:moveTo>
                  <a:cubicBezTo>
                    <a:pt x="37" y="0"/>
                    <a:pt x="1" y="36"/>
                    <a:pt x="1" y="72"/>
                  </a:cubicBezTo>
                  <a:cubicBezTo>
                    <a:pt x="1" y="108"/>
                    <a:pt x="37" y="153"/>
                    <a:pt x="73" y="153"/>
                  </a:cubicBezTo>
                  <a:lnTo>
                    <a:pt x="118" y="153"/>
                  </a:lnTo>
                  <a:lnTo>
                    <a:pt x="900" y="863"/>
                  </a:lnTo>
                  <a:lnTo>
                    <a:pt x="900" y="1312"/>
                  </a:lnTo>
                  <a:lnTo>
                    <a:pt x="73" y="2094"/>
                  </a:lnTo>
                  <a:lnTo>
                    <a:pt x="73" y="11198"/>
                  </a:lnTo>
                  <a:lnTo>
                    <a:pt x="118" y="11198"/>
                  </a:lnTo>
                  <a:lnTo>
                    <a:pt x="118" y="2130"/>
                  </a:lnTo>
                  <a:lnTo>
                    <a:pt x="936" y="1348"/>
                  </a:lnTo>
                  <a:lnTo>
                    <a:pt x="936" y="827"/>
                  </a:lnTo>
                  <a:lnTo>
                    <a:pt x="154" y="108"/>
                  </a:lnTo>
                  <a:lnTo>
                    <a:pt x="154" y="72"/>
                  </a:lnTo>
                  <a:cubicBezTo>
                    <a:pt x="154" y="36"/>
                    <a:pt x="118" y="0"/>
                    <a:pt x="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 rot="5400000" flipH="1">
              <a:off x="540367" y="4351377"/>
              <a:ext cx="112216" cy="1192923"/>
            </a:xfrm>
            <a:custGeom>
              <a:avLst/>
              <a:gdLst/>
              <a:ahLst/>
              <a:cxnLst/>
              <a:rect l="l" t="t" r="r" b="b"/>
              <a:pathLst>
                <a:path w="1089" h="11577" extrusionOk="0">
                  <a:moveTo>
                    <a:pt x="1016" y="1"/>
                  </a:moveTo>
                  <a:cubicBezTo>
                    <a:pt x="980" y="1"/>
                    <a:pt x="935" y="37"/>
                    <a:pt x="935" y="82"/>
                  </a:cubicBezTo>
                  <a:cubicBezTo>
                    <a:pt x="935" y="118"/>
                    <a:pt x="935" y="154"/>
                    <a:pt x="980" y="154"/>
                  </a:cubicBezTo>
                  <a:lnTo>
                    <a:pt x="980" y="5878"/>
                  </a:lnTo>
                  <a:lnTo>
                    <a:pt x="1" y="6777"/>
                  </a:lnTo>
                  <a:lnTo>
                    <a:pt x="1" y="11576"/>
                  </a:lnTo>
                  <a:lnTo>
                    <a:pt x="82" y="11576"/>
                  </a:lnTo>
                  <a:lnTo>
                    <a:pt x="82" y="6822"/>
                  </a:lnTo>
                  <a:lnTo>
                    <a:pt x="1052" y="5923"/>
                  </a:lnTo>
                  <a:lnTo>
                    <a:pt x="1052" y="154"/>
                  </a:lnTo>
                  <a:cubicBezTo>
                    <a:pt x="1088" y="154"/>
                    <a:pt x="1088" y="118"/>
                    <a:pt x="1088" y="82"/>
                  </a:cubicBezTo>
                  <a:cubicBezTo>
                    <a:pt x="1088" y="37"/>
                    <a:pt x="1052" y="1"/>
                    <a:pt x="101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9"/>
            <p:cNvSpPr/>
            <p:nvPr/>
          </p:nvSpPr>
          <p:spPr>
            <a:xfrm rot="5400000" flipH="1">
              <a:off x="67614" y="4750975"/>
              <a:ext cx="92740" cy="227930"/>
            </a:xfrm>
            <a:custGeom>
              <a:avLst/>
              <a:gdLst/>
              <a:ahLst/>
              <a:cxnLst/>
              <a:rect l="l" t="t" r="r" b="b"/>
              <a:pathLst>
                <a:path w="900" h="2212" extrusionOk="0">
                  <a:moveTo>
                    <a:pt x="81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08"/>
                    <a:pt x="36" y="153"/>
                    <a:pt x="81" y="153"/>
                  </a:cubicBezTo>
                  <a:lnTo>
                    <a:pt x="81" y="1537"/>
                  </a:lnTo>
                  <a:lnTo>
                    <a:pt x="791" y="2211"/>
                  </a:lnTo>
                  <a:lnTo>
                    <a:pt x="899" y="2211"/>
                  </a:lnTo>
                  <a:lnTo>
                    <a:pt x="153" y="1501"/>
                  </a:lnTo>
                  <a:lnTo>
                    <a:pt x="153" y="108"/>
                  </a:lnTo>
                  <a:lnTo>
                    <a:pt x="153" y="72"/>
                  </a:lnTo>
                  <a:cubicBezTo>
                    <a:pt x="153" y="36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9"/>
            <p:cNvSpPr/>
            <p:nvPr/>
          </p:nvSpPr>
          <p:spPr>
            <a:xfrm rot="5400000" flipH="1">
              <a:off x="219960" y="4231894"/>
              <a:ext cx="154774" cy="594658"/>
            </a:xfrm>
            <a:custGeom>
              <a:avLst/>
              <a:gdLst/>
              <a:ahLst/>
              <a:cxnLst/>
              <a:rect l="l" t="t" r="r" b="b"/>
              <a:pathLst>
                <a:path w="1502" h="5771" extrusionOk="0">
                  <a:moveTo>
                    <a:pt x="1429" y="0"/>
                  </a:moveTo>
                  <a:cubicBezTo>
                    <a:pt x="1393" y="0"/>
                    <a:pt x="1348" y="36"/>
                    <a:pt x="1348" y="72"/>
                  </a:cubicBezTo>
                  <a:cubicBezTo>
                    <a:pt x="1348" y="117"/>
                    <a:pt x="1348" y="117"/>
                    <a:pt x="1393" y="117"/>
                  </a:cubicBezTo>
                  <a:lnTo>
                    <a:pt x="1393" y="710"/>
                  </a:lnTo>
                  <a:lnTo>
                    <a:pt x="944" y="1124"/>
                  </a:lnTo>
                  <a:lnTo>
                    <a:pt x="944" y="4872"/>
                  </a:lnTo>
                  <a:lnTo>
                    <a:pt x="0" y="5689"/>
                  </a:lnTo>
                  <a:lnTo>
                    <a:pt x="0" y="5770"/>
                  </a:lnTo>
                  <a:lnTo>
                    <a:pt x="81" y="5770"/>
                  </a:lnTo>
                  <a:lnTo>
                    <a:pt x="81" y="5734"/>
                  </a:lnTo>
                  <a:lnTo>
                    <a:pt x="1016" y="4872"/>
                  </a:lnTo>
                  <a:lnTo>
                    <a:pt x="1016" y="1124"/>
                  </a:lnTo>
                  <a:lnTo>
                    <a:pt x="1465" y="710"/>
                  </a:lnTo>
                  <a:lnTo>
                    <a:pt x="1465" y="117"/>
                  </a:lnTo>
                  <a:cubicBezTo>
                    <a:pt x="1465" y="117"/>
                    <a:pt x="1501" y="117"/>
                    <a:pt x="1501" y="72"/>
                  </a:cubicBezTo>
                  <a:cubicBezTo>
                    <a:pt x="1501" y="36"/>
                    <a:pt x="1465" y="0"/>
                    <a:pt x="142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9"/>
            <p:cNvSpPr/>
            <p:nvPr/>
          </p:nvSpPr>
          <p:spPr>
            <a:xfrm rot="5400000" flipH="1">
              <a:off x="534803" y="4005974"/>
              <a:ext cx="107579" cy="1177158"/>
            </a:xfrm>
            <a:custGeom>
              <a:avLst/>
              <a:gdLst/>
              <a:ahLst/>
              <a:cxnLst/>
              <a:rect l="l" t="t" r="r" b="b"/>
              <a:pathLst>
                <a:path w="1044" h="11424" extrusionOk="0">
                  <a:moveTo>
                    <a:pt x="971" y="1"/>
                  </a:moveTo>
                  <a:cubicBezTo>
                    <a:pt x="900" y="1"/>
                    <a:pt x="855" y="36"/>
                    <a:pt x="855" y="72"/>
                  </a:cubicBezTo>
                  <a:cubicBezTo>
                    <a:pt x="855" y="108"/>
                    <a:pt x="900" y="153"/>
                    <a:pt x="936" y="153"/>
                  </a:cubicBezTo>
                  <a:lnTo>
                    <a:pt x="936" y="10300"/>
                  </a:lnTo>
                  <a:lnTo>
                    <a:pt x="1" y="11163"/>
                  </a:lnTo>
                  <a:lnTo>
                    <a:pt x="1" y="11423"/>
                  </a:lnTo>
                  <a:lnTo>
                    <a:pt x="73" y="11423"/>
                  </a:lnTo>
                  <a:lnTo>
                    <a:pt x="73" y="11163"/>
                  </a:lnTo>
                  <a:lnTo>
                    <a:pt x="971" y="10336"/>
                  </a:lnTo>
                  <a:lnTo>
                    <a:pt x="971" y="153"/>
                  </a:lnTo>
                  <a:cubicBezTo>
                    <a:pt x="1007" y="153"/>
                    <a:pt x="1043" y="108"/>
                    <a:pt x="1043" y="72"/>
                  </a:cubicBezTo>
                  <a:cubicBezTo>
                    <a:pt x="1043" y="36"/>
                    <a:pt x="1007" y="1"/>
                    <a:pt x="97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9"/>
            <p:cNvSpPr/>
            <p:nvPr/>
          </p:nvSpPr>
          <p:spPr>
            <a:xfrm rot="5400000" flipH="1">
              <a:off x="146802" y="4744948"/>
              <a:ext cx="65846" cy="359412"/>
            </a:xfrm>
            <a:custGeom>
              <a:avLst/>
              <a:gdLst/>
              <a:ahLst/>
              <a:cxnLst/>
              <a:rect l="l" t="t" r="r" b="b"/>
              <a:pathLst>
                <a:path w="639" h="3488" extrusionOk="0">
                  <a:moveTo>
                    <a:pt x="81" y="0"/>
                  </a:moveTo>
                  <a:cubicBezTo>
                    <a:pt x="36" y="0"/>
                    <a:pt x="0" y="0"/>
                    <a:pt x="0" y="81"/>
                  </a:cubicBezTo>
                  <a:cubicBezTo>
                    <a:pt x="0" y="81"/>
                    <a:pt x="36" y="117"/>
                    <a:pt x="81" y="117"/>
                  </a:cubicBezTo>
                  <a:lnTo>
                    <a:pt x="81" y="3002"/>
                  </a:lnTo>
                  <a:lnTo>
                    <a:pt x="566" y="3487"/>
                  </a:lnTo>
                  <a:lnTo>
                    <a:pt x="638" y="3487"/>
                  </a:lnTo>
                  <a:lnTo>
                    <a:pt x="117" y="3002"/>
                  </a:lnTo>
                  <a:lnTo>
                    <a:pt x="117" y="117"/>
                  </a:lnTo>
                  <a:cubicBezTo>
                    <a:pt x="153" y="117"/>
                    <a:pt x="189" y="81"/>
                    <a:pt x="189" y="81"/>
                  </a:cubicBezTo>
                  <a:cubicBezTo>
                    <a:pt x="189" y="0"/>
                    <a:pt x="153" y="0"/>
                    <a:pt x="8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9"/>
            <p:cNvSpPr/>
            <p:nvPr/>
          </p:nvSpPr>
          <p:spPr>
            <a:xfrm rot="5400000" flipH="1">
              <a:off x="358911" y="4632891"/>
              <a:ext cx="112113" cy="829904"/>
            </a:xfrm>
            <a:custGeom>
              <a:avLst/>
              <a:gdLst/>
              <a:ahLst/>
              <a:cxnLst/>
              <a:rect l="l" t="t" r="r" b="b"/>
              <a:pathLst>
                <a:path w="1088" h="8054" extrusionOk="0">
                  <a:moveTo>
                    <a:pt x="1007" y="1"/>
                  </a:moveTo>
                  <a:cubicBezTo>
                    <a:pt x="971" y="1"/>
                    <a:pt x="935" y="37"/>
                    <a:pt x="935" y="73"/>
                  </a:cubicBezTo>
                  <a:cubicBezTo>
                    <a:pt x="935" y="109"/>
                    <a:pt x="935" y="109"/>
                    <a:pt x="971" y="154"/>
                  </a:cubicBezTo>
                  <a:lnTo>
                    <a:pt x="971" y="2023"/>
                  </a:lnTo>
                  <a:lnTo>
                    <a:pt x="0" y="2886"/>
                  </a:lnTo>
                  <a:lnTo>
                    <a:pt x="0" y="8053"/>
                  </a:lnTo>
                  <a:lnTo>
                    <a:pt x="72" y="8053"/>
                  </a:lnTo>
                  <a:lnTo>
                    <a:pt x="72" y="2922"/>
                  </a:lnTo>
                  <a:lnTo>
                    <a:pt x="1052" y="2023"/>
                  </a:lnTo>
                  <a:lnTo>
                    <a:pt x="1052" y="154"/>
                  </a:lnTo>
                  <a:cubicBezTo>
                    <a:pt x="1088" y="109"/>
                    <a:pt x="1088" y="109"/>
                    <a:pt x="1088" y="73"/>
                  </a:cubicBezTo>
                  <a:cubicBezTo>
                    <a:pt x="1088" y="37"/>
                    <a:pt x="1052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9"/>
            <p:cNvSpPr/>
            <p:nvPr/>
          </p:nvSpPr>
          <p:spPr>
            <a:xfrm rot="5400000" flipH="1">
              <a:off x="439902" y="4601876"/>
              <a:ext cx="112216" cy="991990"/>
            </a:xfrm>
            <a:custGeom>
              <a:avLst/>
              <a:gdLst/>
              <a:ahLst/>
              <a:cxnLst/>
              <a:rect l="l" t="t" r="r" b="b"/>
              <a:pathLst>
                <a:path w="1089" h="9627" extrusionOk="0">
                  <a:moveTo>
                    <a:pt x="1007" y="1"/>
                  </a:moveTo>
                  <a:cubicBezTo>
                    <a:pt x="971" y="1"/>
                    <a:pt x="935" y="1"/>
                    <a:pt x="935" y="73"/>
                  </a:cubicBezTo>
                  <a:cubicBezTo>
                    <a:pt x="935" y="73"/>
                    <a:pt x="935" y="109"/>
                    <a:pt x="971" y="109"/>
                  </a:cubicBezTo>
                  <a:lnTo>
                    <a:pt x="971" y="3407"/>
                  </a:lnTo>
                  <a:lnTo>
                    <a:pt x="1" y="4270"/>
                  </a:lnTo>
                  <a:lnTo>
                    <a:pt x="37" y="4306"/>
                  </a:lnTo>
                  <a:lnTo>
                    <a:pt x="1" y="4306"/>
                  </a:lnTo>
                  <a:lnTo>
                    <a:pt x="1" y="9626"/>
                  </a:lnTo>
                  <a:lnTo>
                    <a:pt x="73" y="9626"/>
                  </a:lnTo>
                  <a:lnTo>
                    <a:pt x="73" y="4306"/>
                  </a:lnTo>
                  <a:lnTo>
                    <a:pt x="1043" y="3407"/>
                  </a:lnTo>
                  <a:lnTo>
                    <a:pt x="1043" y="109"/>
                  </a:lnTo>
                  <a:cubicBezTo>
                    <a:pt x="1088" y="109"/>
                    <a:pt x="1088" y="73"/>
                    <a:pt x="1088" y="73"/>
                  </a:cubicBezTo>
                  <a:cubicBezTo>
                    <a:pt x="1088" y="1"/>
                    <a:pt x="1043" y="1"/>
                    <a:pt x="10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9"/>
            <p:cNvSpPr/>
            <p:nvPr/>
          </p:nvSpPr>
          <p:spPr>
            <a:xfrm rot="5400000" flipH="1">
              <a:off x="748768" y="3838376"/>
              <a:ext cx="112113" cy="1609627"/>
            </a:xfrm>
            <a:custGeom>
              <a:avLst/>
              <a:gdLst/>
              <a:ahLst/>
              <a:cxnLst/>
              <a:rect l="l" t="t" r="r" b="b"/>
              <a:pathLst>
                <a:path w="1088" h="15621" extrusionOk="0">
                  <a:moveTo>
                    <a:pt x="81" y="1"/>
                  </a:moveTo>
                  <a:cubicBezTo>
                    <a:pt x="45" y="1"/>
                    <a:pt x="1" y="36"/>
                    <a:pt x="1" y="81"/>
                  </a:cubicBezTo>
                  <a:cubicBezTo>
                    <a:pt x="1" y="117"/>
                    <a:pt x="45" y="117"/>
                    <a:pt x="81" y="153"/>
                  </a:cubicBezTo>
                  <a:lnTo>
                    <a:pt x="81" y="3523"/>
                  </a:lnTo>
                  <a:lnTo>
                    <a:pt x="980" y="4386"/>
                  </a:lnTo>
                  <a:lnTo>
                    <a:pt x="980" y="12133"/>
                  </a:lnTo>
                  <a:lnTo>
                    <a:pt x="81" y="12996"/>
                  </a:lnTo>
                  <a:lnTo>
                    <a:pt x="81" y="15620"/>
                  </a:lnTo>
                  <a:lnTo>
                    <a:pt x="117" y="15620"/>
                  </a:lnTo>
                  <a:lnTo>
                    <a:pt x="117" y="15171"/>
                  </a:lnTo>
                  <a:lnTo>
                    <a:pt x="1052" y="14308"/>
                  </a:lnTo>
                  <a:lnTo>
                    <a:pt x="1052" y="13032"/>
                  </a:lnTo>
                  <a:cubicBezTo>
                    <a:pt x="1088" y="13032"/>
                    <a:pt x="1088" y="12996"/>
                    <a:pt x="1088" y="12960"/>
                  </a:cubicBezTo>
                  <a:cubicBezTo>
                    <a:pt x="1088" y="12924"/>
                    <a:pt x="1052" y="12888"/>
                    <a:pt x="1016" y="12888"/>
                  </a:cubicBezTo>
                  <a:cubicBezTo>
                    <a:pt x="980" y="12888"/>
                    <a:pt x="944" y="12924"/>
                    <a:pt x="944" y="12960"/>
                  </a:cubicBezTo>
                  <a:cubicBezTo>
                    <a:pt x="944" y="12996"/>
                    <a:pt x="980" y="13032"/>
                    <a:pt x="980" y="13032"/>
                  </a:cubicBezTo>
                  <a:lnTo>
                    <a:pt x="980" y="14308"/>
                  </a:lnTo>
                  <a:lnTo>
                    <a:pt x="117" y="15090"/>
                  </a:lnTo>
                  <a:lnTo>
                    <a:pt x="117" y="12996"/>
                  </a:lnTo>
                  <a:lnTo>
                    <a:pt x="1052" y="12133"/>
                  </a:lnTo>
                  <a:lnTo>
                    <a:pt x="1052" y="4350"/>
                  </a:lnTo>
                  <a:lnTo>
                    <a:pt x="117" y="3523"/>
                  </a:lnTo>
                  <a:lnTo>
                    <a:pt x="117" y="153"/>
                  </a:lnTo>
                  <a:cubicBezTo>
                    <a:pt x="153" y="117"/>
                    <a:pt x="189" y="117"/>
                    <a:pt x="189" y="81"/>
                  </a:cubicBezTo>
                  <a:cubicBezTo>
                    <a:pt x="189" y="36"/>
                    <a:pt x="153" y="1"/>
                    <a:pt x="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9"/>
            <p:cNvSpPr/>
            <p:nvPr/>
          </p:nvSpPr>
          <p:spPr>
            <a:xfrm rot="5400000" flipH="1">
              <a:off x="590393" y="4351430"/>
              <a:ext cx="112113" cy="1292874"/>
            </a:xfrm>
            <a:custGeom>
              <a:avLst/>
              <a:gdLst/>
              <a:ahLst/>
              <a:cxnLst/>
              <a:rect l="l" t="t" r="r" b="b"/>
              <a:pathLst>
                <a:path w="1088" h="12547" extrusionOk="0">
                  <a:moveTo>
                    <a:pt x="1016" y="0"/>
                  </a:moveTo>
                  <a:cubicBezTo>
                    <a:pt x="971" y="0"/>
                    <a:pt x="935" y="36"/>
                    <a:pt x="935" y="72"/>
                  </a:cubicBezTo>
                  <a:cubicBezTo>
                    <a:pt x="935" y="108"/>
                    <a:pt x="935" y="153"/>
                    <a:pt x="971" y="153"/>
                  </a:cubicBezTo>
                  <a:lnTo>
                    <a:pt x="971" y="6669"/>
                  </a:lnTo>
                  <a:lnTo>
                    <a:pt x="0" y="7567"/>
                  </a:lnTo>
                  <a:lnTo>
                    <a:pt x="0" y="12546"/>
                  </a:lnTo>
                  <a:lnTo>
                    <a:pt x="72" y="12546"/>
                  </a:lnTo>
                  <a:lnTo>
                    <a:pt x="72" y="7603"/>
                  </a:lnTo>
                  <a:lnTo>
                    <a:pt x="1052" y="6705"/>
                  </a:lnTo>
                  <a:lnTo>
                    <a:pt x="1052" y="153"/>
                  </a:lnTo>
                  <a:cubicBezTo>
                    <a:pt x="1088" y="153"/>
                    <a:pt x="1088" y="108"/>
                    <a:pt x="1088" y="72"/>
                  </a:cubicBezTo>
                  <a:cubicBezTo>
                    <a:pt x="1088" y="36"/>
                    <a:pt x="1052" y="0"/>
                    <a:pt x="10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8;p19"/>
          <p:cNvGrpSpPr/>
          <p:nvPr/>
        </p:nvGrpSpPr>
        <p:grpSpPr>
          <a:xfrm>
            <a:off x="232454" y="311270"/>
            <a:ext cx="8679090" cy="4651204"/>
            <a:chOff x="232454" y="311270"/>
            <a:chExt cx="8679090" cy="4651204"/>
          </a:xfrm>
        </p:grpSpPr>
        <p:grpSp>
          <p:nvGrpSpPr>
            <p:cNvPr id="919" name="Google Shape;919;p19"/>
            <p:cNvGrpSpPr/>
            <p:nvPr/>
          </p:nvGrpSpPr>
          <p:grpSpPr>
            <a:xfrm>
              <a:off x="8778633" y="311270"/>
              <a:ext cx="132911" cy="199379"/>
              <a:chOff x="2778349" y="5640986"/>
              <a:chExt cx="508847" cy="763610"/>
            </a:xfrm>
          </p:grpSpPr>
          <p:sp>
            <p:nvSpPr>
              <p:cNvPr id="920" name="Google Shape;920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19"/>
            <p:cNvGrpSpPr/>
            <p:nvPr/>
          </p:nvGrpSpPr>
          <p:grpSpPr>
            <a:xfrm>
              <a:off x="8778633" y="4763095"/>
              <a:ext cx="132911" cy="199379"/>
              <a:chOff x="2778349" y="5640986"/>
              <a:chExt cx="508847" cy="763610"/>
            </a:xfrm>
          </p:grpSpPr>
          <p:sp>
            <p:nvSpPr>
              <p:cNvPr id="923" name="Google Shape;923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19"/>
            <p:cNvGrpSpPr/>
            <p:nvPr/>
          </p:nvGrpSpPr>
          <p:grpSpPr>
            <a:xfrm>
              <a:off x="232454" y="311270"/>
              <a:ext cx="132911" cy="199379"/>
              <a:chOff x="2778349" y="5640986"/>
              <a:chExt cx="508847" cy="763610"/>
            </a:xfrm>
          </p:grpSpPr>
          <p:sp>
            <p:nvSpPr>
              <p:cNvPr id="926" name="Google Shape;926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8" name="Google Shape;928;p19"/>
            <p:cNvGrpSpPr/>
            <p:nvPr/>
          </p:nvGrpSpPr>
          <p:grpSpPr>
            <a:xfrm>
              <a:off x="232454" y="4763095"/>
              <a:ext cx="132911" cy="199379"/>
              <a:chOff x="2778349" y="5640986"/>
              <a:chExt cx="508847" cy="763610"/>
            </a:xfrm>
          </p:grpSpPr>
          <p:sp>
            <p:nvSpPr>
              <p:cNvPr id="929" name="Google Shape;929;p19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20"/>
          <p:cNvPicPr preferRelativeResize="0"/>
          <p:nvPr/>
        </p:nvPicPr>
        <p:blipFill rotWithShape="1">
          <a:blip r:embed="rId2">
            <a:alphaModFix/>
          </a:blip>
          <a:srcRect t="159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3" name="Google Shape;933;p20"/>
          <p:cNvGrpSpPr/>
          <p:nvPr/>
        </p:nvGrpSpPr>
        <p:grpSpPr>
          <a:xfrm>
            <a:off x="-571364" y="-660171"/>
            <a:ext cx="10286732" cy="6463852"/>
            <a:chOff x="-571364" y="-660171"/>
            <a:chExt cx="10286732" cy="6463852"/>
          </a:xfrm>
        </p:grpSpPr>
        <p:grpSp>
          <p:nvGrpSpPr>
            <p:cNvPr id="934" name="Google Shape;934;p20"/>
            <p:cNvGrpSpPr/>
            <p:nvPr/>
          </p:nvGrpSpPr>
          <p:grpSpPr>
            <a:xfrm>
              <a:off x="-571364" y="4120904"/>
              <a:ext cx="10286732" cy="1682777"/>
              <a:chOff x="-1" y="3460729"/>
              <a:chExt cx="10286732" cy="1682777"/>
            </a:xfrm>
          </p:grpSpPr>
          <p:grpSp>
            <p:nvGrpSpPr>
              <p:cNvPr id="935" name="Google Shape;935;p20"/>
              <p:cNvGrpSpPr/>
              <p:nvPr/>
            </p:nvGrpSpPr>
            <p:grpSpPr>
              <a:xfrm>
                <a:off x="-1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936" name="Google Shape;936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8" name="Google Shape;938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9" name="Google Shape;939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0" name="Google Shape;940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1" name="Google Shape;941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8" name="Google Shape;948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9" name="Google Shape;949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0" name="Google Shape;950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1" name="Google Shape;951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2" name="Google Shape;952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3" name="Google Shape;953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4" name="Google Shape;954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5" name="Google Shape;955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6" name="Google Shape;956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7" name="Google Shape;957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958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959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960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961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962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964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965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971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972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973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977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5" name="Google Shape;985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9" name="Google Shape;989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2" name="Google Shape;992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3" name="Google Shape;993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4" name="Google Shape;994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5" name="Google Shape;995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6" name="Google Shape;996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7" name="Google Shape;997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8" name="Google Shape;998;p20"/>
              <p:cNvGrpSpPr/>
              <p:nvPr/>
            </p:nvGrpSpPr>
            <p:grpSpPr>
              <a:xfrm>
                <a:off x="5143499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999" name="Google Shape;999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6" name="Google Shape;1006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5" name="Google Shape;1035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6" name="Google Shape;1036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" name="Google Shape;1045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" name="Google Shape;1046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" name="Google Shape;1047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" name="Google Shape;1048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" name="Google Shape;1049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0" name="Google Shape;1050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1" name="Google Shape;1051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2" name="Google Shape;1052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3" name="Google Shape;1053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4" name="Google Shape;1054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5" name="Google Shape;1055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61" name="Google Shape;1061;p20"/>
            <p:cNvGrpSpPr/>
            <p:nvPr/>
          </p:nvGrpSpPr>
          <p:grpSpPr>
            <a:xfrm rot="10800000" flipH="1">
              <a:off x="-571364" y="-660171"/>
              <a:ext cx="10286732" cy="1682777"/>
              <a:chOff x="-1" y="3460729"/>
              <a:chExt cx="10286732" cy="1682777"/>
            </a:xfrm>
          </p:grpSpPr>
          <p:grpSp>
            <p:nvGrpSpPr>
              <p:cNvPr id="1062" name="Google Shape;1062;p20"/>
              <p:cNvGrpSpPr/>
              <p:nvPr/>
            </p:nvGrpSpPr>
            <p:grpSpPr>
              <a:xfrm>
                <a:off x="-1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1063" name="Google Shape;1063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4" name="Google Shape;1064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5" name="Google Shape;1065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6" name="Google Shape;1066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7" name="Google Shape;1067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8" name="Google Shape;1068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9" name="Google Shape;1069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0" name="Google Shape;1070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1" name="Google Shape;1071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2" name="Google Shape;1072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5" name="Google Shape;1075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6" name="Google Shape;1076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7" name="Google Shape;1077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1" name="Google Shape;1091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2" name="Google Shape;1092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3" name="Google Shape;1093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4" name="Google Shape;1094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7" name="Google Shape;1097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8" name="Google Shape;1098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9" name="Google Shape;1099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0" name="Google Shape;1100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2" name="Google Shape;1102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3" name="Google Shape;1103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4" name="Google Shape;1104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5" name="Google Shape;1105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6" name="Google Shape;1106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7" name="Google Shape;1107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8" name="Google Shape;1108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9" name="Google Shape;1109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2" name="Google Shape;1112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3" name="Google Shape;1113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4" name="Google Shape;1114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5" name="Google Shape;1115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6" name="Google Shape;1116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7" name="Google Shape;1117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8" name="Google Shape;1118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1" name="Google Shape;1121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2" name="Google Shape;1122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25" name="Google Shape;1125;p20"/>
              <p:cNvGrpSpPr/>
              <p:nvPr/>
            </p:nvGrpSpPr>
            <p:grpSpPr>
              <a:xfrm>
                <a:off x="5143499" y="3460729"/>
                <a:ext cx="5143232" cy="1682777"/>
                <a:chOff x="713356" y="2640614"/>
                <a:chExt cx="6188463" cy="2024758"/>
              </a:xfrm>
            </p:grpSpPr>
            <p:sp>
              <p:nvSpPr>
                <p:cNvPr id="1126" name="Google Shape;1126;p20"/>
                <p:cNvSpPr/>
                <p:nvPr/>
              </p:nvSpPr>
              <p:spPr>
                <a:xfrm>
                  <a:off x="3169251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20"/>
                <p:cNvSpPr/>
                <p:nvPr/>
              </p:nvSpPr>
              <p:spPr>
                <a:xfrm>
                  <a:off x="3094488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20"/>
                <p:cNvSpPr/>
                <p:nvPr/>
              </p:nvSpPr>
              <p:spPr>
                <a:xfrm>
                  <a:off x="2848254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20"/>
                <p:cNvSpPr/>
                <p:nvPr/>
              </p:nvSpPr>
              <p:spPr>
                <a:xfrm>
                  <a:off x="2959716" y="4391123"/>
                  <a:ext cx="111587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20"/>
                <p:cNvSpPr/>
                <p:nvPr/>
              </p:nvSpPr>
              <p:spPr>
                <a:xfrm>
                  <a:off x="3493472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20"/>
                <p:cNvSpPr/>
                <p:nvPr/>
              </p:nvSpPr>
              <p:spPr>
                <a:xfrm>
                  <a:off x="3837778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0"/>
                <p:cNvSpPr/>
                <p:nvPr/>
              </p:nvSpPr>
              <p:spPr>
                <a:xfrm>
                  <a:off x="3499051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3" name="Google Shape;1133;p20"/>
                <p:cNvSpPr/>
                <p:nvPr/>
              </p:nvSpPr>
              <p:spPr>
                <a:xfrm>
                  <a:off x="3326340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20"/>
                <p:cNvSpPr/>
                <p:nvPr/>
              </p:nvSpPr>
              <p:spPr>
                <a:xfrm>
                  <a:off x="3276126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0"/>
                <p:cNvSpPr/>
                <p:nvPr/>
              </p:nvSpPr>
              <p:spPr>
                <a:xfrm>
                  <a:off x="2904047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6" name="Google Shape;1136;p20"/>
                <p:cNvSpPr/>
                <p:nvPr/>
              </p:nvSpPr>
              <p:spPr>
                <a:xfrm>
                  <a:off x="3549141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7" name="Google Shape;1137;p20"/>
                <p:cNvSpPr/>
                <p:nvPr/>
              </p:nvSpPr>
              <p:spPr>
                <a:xfrm>
                  <a:off x="2727988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8" name="Google Shape;1138;p20"/>
                <p:cNvSpPr/>
                <p:nvPr/>
              </p:nvSpPr>
              <p:spPr>
                <a:xfrm>
                  <a:off x="842548" y="3857378"/>
                  <a:ext cx="121629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6517" extrusionOk="0">
                      <a:moveTo>
                        <a:pt x="899" y="1"/>
                      </a:moveTo>
                      <a:cubicBezTo>
                        <a:pt x="827" y="1"/>
                        <a:pt x="827" y="36"/>
                        <a:pt x="827" y="72"/>
                      </a:cubicBezTo>
                      <a:lnTo>
                        <a:pt x="827" y="108"/>
                      </a:lnTo>
                      <a:lnTo>
                        <a:pt x="1" y="818"/>
                      </a:lnTo>
                      <a:lnTo>
                        <a:pt x="1" y="1349"/>
                      </a:lnTo>
                      <a:lnTo>
                        <a:pt x="863" y="2095"/>
                      </a:lnTo>
                      <a:lnTo>
                        <a:pt x="863" y="6516"/>
                      </a:lnTo>
                      <a:lnTo>
                        <a:pt x="899" y="6516"/>
                      </a:lnTo>
                      <a:lnTo>
                        <a:pt x="899" y="1160"/>
                      </a:lnTo>
                      <a:cubicBezTo>
                        <a:pt x="935" y="1160"/>
                        <a:pt x="980" y="1160"/>
                        <a:pt x="980" y="1124"/>
                      </a:cubicBezTo>
                      <a:cubicBezTo>
                        <a:pt x="980" y="1088"/>
                        <a:pt x="935" y="1043"/>
                        <a:pt x="899" y="1043"/>
                      </a:cubicBezTo>
                      <a:cubicBezTo>
                        <a:pt x="827" y="1043"/>
                        <a:pt x="827" y="1088"/>
                        <a:pt x="827" y="1124"/>
                      </a:cubicBezTo>
                      <a:cubicBezTo>
                        <a:pt x="827" y="1160"/>
                        <a:pt x="827" y="1160"/>
                        <a:pt x="863" y="1160"/>
                      </a:cubicBezTo>
                      <a:lnTo>
                        <a:pt x="863" y="2023"/>
                      </a:lnTo>
                      <a:lnTo>
                        <a:pt x="82" y="1313"/>
                      </a:lnTo>
                      <a:lnTo>
                        <a:pt x="82" y="863"/>
                      </a:lnTo>
                      <a:lnTo>
                        <a:pt x="863" y="144"/>
                      </a:lnTo>
                      <a:lnTo>
                        <a:pt x="899" y="144"/>
                      </a:lnTo>
                      <a:cubicBezTo>
                        <a:pt x="935" y="144"/>
                        <a:pt x="980" y="108"/>
                        <a:pt x="980" y="72"/>
                      </a:cubicBezTo>
                      <a:cubicBezTo>
                        <a:pt x="980" y="36"/>
                        <a:pt x="935" y="1"/>
                        <a:pt x="89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20"/>
                <p:cNvSpPr/>
                <p:nvPr/>
              </p:nvSpPr>
              <p:spPr>
                <a:xfrm>
                  <a:off x="838085" y="2640614"/>
                  <a:ext cx="362284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16331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17"/>
                        <a:pt x="37" y="153"/>
                        <a:pt x="73" y="153"/>
                      </a:cubicBezTo>
                      <a:lnTo>
                        <a:pt x="73" y="2849"/>
                      </a:lnTo>
                      <a:lnTo>
                        <a:pt x="522" y="3263"/>
                      </a:lnTo>
                      <a:lnTo>
                        <a:pt x="522" y="4872"/>
                      </a:lnTo>
                      <a:lnTo>
                        <a:pt x="1421" y="5734"/>
                      </a:lnTo>
                      <a:lnTo>
                        <a:pt x="1421" y="16330"/>
                      </a:lnTo>
                      <a:lnTo>
                        <a:pt x="1502" y="16330"/>
                      </a:lnTo>
                      <a:lnTo>
                        <a:pt x="1502" y="8691"/>
                      </a:lnTo>
                      <a:lnTo>
                        <a:pt x="2095" y="8125"/>
                      </a:lnTo>
                      <a:lnTo>
                        <a:pt x="2095" y="6103"/>
                      </a:lnTo>
                      <a:lnTo>
                        <a:pt x="2922" y="5357"/>
                      </a:lnTo>
                      <a:lnTo>
                        <a:pt x="2922" y="4836"/>
                      </a:lnTo>
                      <a:lnTo>
                        <a:pt x="2140" y="4081"/>
                      </a:lnTo>
                      <a:cubicBezTo>
                        <a:pt x="2140" y="4045"/>
                        <a:pt x="2095" y="4009"/>
                        <a:pt x="2059" y="4009"/>
                      </a:cubicBezTo>
                      <a:cubicBezTo>
                        <a:pt x="2023" y="4009"/>
                        <a:pt x="1987" y="4045"/>
                        <a:pt x="1987" y="4081"/>
                      </a:cubicBezTo>
                      <a:cubicBezTo>
                        <a:pt x="1987" y="4117"/>
                        <a:pt x="2023" y="4162"/>
                        <a:pt x="2059" y="4162"/>
                      </a:cubicBezTo>
                      <a:lnTo>
                        <a:pt x="2095" y="4117"/>
                      </a:lnTo>
                      <a:lnTo>
                        <a:pt x="2850" y="4872"/>
                      </a:lnTo>
                      <a:lnTo>
                        <a:pt x="2850" y="5321"/>
                      </a:lnTo>
                      <a:lnTo>
                        <a:pt x="2095" y="6031"/>
                      </a:lnTo>
                      <a:lnTo>
                        <a:pt x="2095" y="5168"/>
                      </a:lnTo>
                      <a:lnTo>
                        <a:pt x="2140" y="5132"/>
                      </a:lnTo>
                      <a:cubicBezTo>
                        <a:pt x="2140" y="5096"/>
                        <a:pt x="2095" y="5060"/>
                        <a:pt x="2059" y="5060"/>
                      </a:cubicBezTo>
                      <a:cubicBezTo>
                        <a:pt x="2023" y="5060"/>
                        <a:pt x="1987" y="5096"/>
                        <a:pt x="1987" y="5132"/>
                      </a:cubicBezTo>
                      <a:cubicBezTo>
                        <a:pt x="1987" y="5132"/>
                        <a:pt x="1987" y="5168"/>
                        <a:pt x="2023" y="5168"/>
                      </a:cubicBezTo>
                      <a:lnTo>
                        <a:pt x="2023" y="8125"/>
                      </a:lnTo>
                      <a:lnTo>
                        <a:pt x="1502" y="8610"/>
                      </a:lnTo>
                      <a:lnTo>
                        <a:pt x="1502" y="5734"/>
                      </a:lnTo>
                      <a:lnTo>
                        <a:pt x="567" y="4872"/>
                      </a:lnTo>
                      <a:lnTo>
                        <a:pt x="567" y="3218"/>
                      </a:lnTo>
                      <a:lnTo>
                        <a:pt x="118" y="2814"/>
                      </a:lnTo>
                      <a:lnTo>
                        <a:pt x="118" y="153"/>
                      </a:lnTo>
                      <a:cubicBezTo>
                        <a:pt x="153" y="153"/>
                        <a:pt x="189" y="117"/>
                        <a:pt x="189" y="72"/>
                      </a:cubicBezTo>
                      <a:cubicBezTo>
                        <a:pt x="189" y="36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20"/>
                <p:cNvSpPr/>
                <p:nvPr/>
              </p:nvSpPr>
              <p:spPr>
                <a:xfrm>
                  <a:off x="713356" y="3309128"/>
                  <a:ext cx="129316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939" extrusionOk="0">
                      <a:moveTo>
                        <a:pt x="935" y="1"/>
                      </a:moveTo>
                      <a:cubicBezTo>
                        <a:pt x="899" y="1"/>
                        <a:pt x="854" y="37"/>
                        <a:pt x="854" y="73"/>
                      </a:cubicBezTo>
                      <a:cubicBezTo>
                        <a:pt x="854" y="118"/>
                        <a:pt x="899" y="118"/>
                        <a:pt x="935" y="154"/>
                      </a:cubicBezTo>
                      <a:lnTo>
                        <a:pt x="935" y="3488"/>
                      </a:lnTo>
                      <a:lnTo>
                        <a:pt x="0" y="4342"/>
                      </a:lnTo>
                      <a:lnTo>
                        <a:pt x="0" y="7451"/>
                      </a:lnTo>
                      <a:lnTo>
                        <a:pt x="935" y="8314"/>
                      </a:lnTo>
                      <a:lnTo>
                        <a:pt x="935" y="10938"/>
                      </a:lnTo>
                      <a:lnTo>
                        <a:pt x="971" y="10938"/>
                      </a:lnTo>
                      <a:lnTo>
                        <a:pt x="971" y="8314"/>
                      </a:lnTo>
                      <a:lnTo>
                        <a:pt x="36" y="7451"/>
                      </a:lnTo>
                      <a:lnTo>
                        <a:pt x="36" y="4387"/>
                      </a:lnTo>
                      <a:lnTo>
                        <a:pt x="971" y="3524"/>
                      </a:lnTo>
                      <a:lnTo>
                        <a:pt x="971" y="154"/>
                      </a:lnTo>
                      <a:cubicBezTo>
                        <a:pt x="1007" y="118"/>
                        <a:pt x="1043" y="118"/>
                        <a:pt x="1043" y="73"/>
                      </a:cubicBezTo>
                      <a:cubicBezTo>
                        <a:pt x="1043" y="37"/>
                        <a:pt x="1007" y="1"/>
                        <a:pt x="93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20"/>
                <p:cNvSpPr/>
                <p:nvPr/>
              </p:nvSpPr>
              <p:spPr>
                <a:xfrm>
                  <a:off x="754519" y="4024507"/>
                  <a:ext cx="135020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5169" extrusionOk="0">
                      <a:moveTo>
                        <a:pt x="73" y="1"/>
                      </a:moveTo>
                      <a:cubicBezTo>
                        <a:pt x="37" y="1"/>
                        <a:pt x="1" y="37"/>
                        <a:pt x="1" y="73"/>
                      </a:cubicBezTo>
                      <a:cubicBezTo>
                        <a:pt x="1" y="108"/>
                        <a:pt x="37" y="144"/>
                        <a:pt x="73" y="144"/>
                      </a:cubicBezTo>
                      <a:lnTo>
                        <a:pt x="117" y="108"/>
                      </a:lnTo>
                      <a:lnTo>
                        <a:pt x="1016" y="935"/>
                      </a:lnTo>
                      <a:lnTo>
                        <a:pt x="1016" y="5168"/>
                      </a:lnTo>
                      <a:lnTo>
                        <a:pt x="1088" y="5168"/>
                      </a:lnTo>
                      <a:lnTo>
                        <a:pt x="1088" y="935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20"/>
                <p:cNvSpPr/>
                <p:nvPr/>
              </p:nvSpPr>
              <p:spPr>
                <a:xfrm>
                  <a:off x="2412570" y="3253460"/>
                  <a:ext cx="189573" cy="141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11388" extrusionOk="0">
                      <a:moveTo>
                        <a:pt x="747" y="0"/>
                      </a:moveTo>
                      <a:cubicBezTo>
                        <a:pt x="711" y="0"/>
                        <a:pt x="675" y="36"/>
                        <a:pt x="675" y="72"/>
                      </a:cubicBezTo>
                      <a:cubicBezTo>
                        <a:pt x="675" y="72"/>
                        <a:pt x="711" y="117"/>
                        <a:pt x="711" y="153"/>
                      </a:cubicBezTo>
                      <a:lnTo>
                        <a:pt x="711" y="8988"/>
                      </a:lnTo>
                      <a:lnTo>
                        <a:pt x="1421" y="9590"/>
                      </a:lnTo>
                      <a:lnTo>
                        <a:pt x="1421" y="10408"/>
                      </a:lnTo>
                      <a:lnTo>
                        <a:pt x="109" y="9248"/>
                      </a:lnTo>
                      <a:lnTo>
                        <a:pt x="109" y="5653"/>
                      </a:lnTo>
                      <a:cubicBezTo>
                        <a:pt x="145" y="5653"/>
                        <a:pt x="145" y="5617"/>
                        <a:pt x="145" y="5582"/>
                      </a:cubicBezTo>
                      <a:cubicBezTo>
                        <a:pt x="145" y="5546"/>
                        <a:pt x="109" y="5510"/>
                        <a:pt x="73" y="5510"/>
                      </a:cubicBezTo>
                      <a:cubicBezTo>
                        <a:pt x="37" y="5510"/>
                        <a:pt x="1" y="5546"/>
                        <a:pt x="1" y="5582"/>
                      </a:cubicBezTo>
                      <a:cubicBezTo>
                        <a:pt x="1" y="5617"/>
                        <a:pt x="37" y="5653"/>
                        <a:pt x="37" y="5653"/>
                      </a:cubicBezTo>
                      <a:lnTo>
                        <a:pt x="37" y="9248"/>
                      </a:lnTo>
                      <a:lnTo>
                        <a:pt x="1421" y="10489"/>
                      </a:lnTo>
                      <a:lnTo>
                        <a:pt x="1421" y="11387"/>
                      </a:lnTo>
                      <a:lnTo>
                        <a:pt x="1457" y="11387"/>
                      </a:lnTo>
                      <a:lnTo>
                        <a:pt x="1457" y="2472"/>
                      </a:lnTo>
                      <a:cubicBezTo>
                        <a:pt x="1493" y="2472"/>
                        <a:pt x="1529" y="2436"/>
                        <a:pt x="1529" y="2400"/>
                      </a:cubicBezTo>
                      <a:cubicBezTo>
                        <a:pt x="1529" y="2364"/>
                        <a:pt x="1493" y="2319"/>
                        <a:pt x="1457" y="2319"/>
                      </a:cubicBezTo>
                      <a:cubicBezTo>
                        <a:pt x="1385" y="2319"/>
                        <a:pt x="1349" y="2364"/>
                        <a:pt x="1349" y="2400"/>
                      </a:cubicBezTo>
                      <a:cubicBezTo>
                        <a:pt x="1349" y="2436"/>
                        <a:pt x="1385" y="2472"/>
                        <a:pt x="1421" y="2472"/>
                      </a:cubicBezTo>
                      <a:lnTo>
                        <a:pt x="1421" y="9509"/>
                      </a:lnTo>
                      <a:lnTo>
                        <a:pt x="783" y="8952"/>
                      </a:lnTo>
                      <a:lnTo>
                        <a:pt x="783" y="153"/>
                      </a:lnTo>
                      <a:cubicBezTo>
                        <a:pt x="819" y="117"/>
                        <a:pt x="854" y="117"/>
                        <a:pt x="854" y="72"/>
                      </a:cubicBezTo>
                      <a:cubicBezTo>
                        <a:pt x="854" y="36"/>
                        <a:pt x="819" y="0"/>
                        <a:pt x="7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20"/>
                <p:cNvSpPr/>
                <p:nvPr/>
              </p:nvSpPr>
              <p:spPr>
                <a:xfrm>
                  <a:off x="2667732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20"/>
                <p:cNvSpPr/>
                <p:nvPr/>
              </p:nvSpPr>
              <p:spPr>
                <a:xfrm>
                  <a:off x="4571025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20"/>
                <p:cNvSpPr/>
                <p:nvPr/>
              </p:nvSpPr>
              <p:spPr>
                <a:xfrm>
                  <a:off x="1947999" y="3949869"/>
                  <a:ext cx="180522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5771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17"/>
                        <a:pt x="0" y="117"/>
                        <a:pt x="36" y="117"/>
                      </a:cubicBezTo>
                      <a:lnTo>
                        <a:pt x="36" y="710"/>
                      </a:lnTo>
                      <a:lnTo>
                        <a:pt x="485" y="1124"/>
                      </a:lnTo>
                      <a:lnTo>
                        <a:pt x="485" y="4872"/>
                      </a:lnTo>
                      <a:lnTo>
                        <a:pt x="1420" y="5734"/>
                      </a:lnTo>
                      <a:lnTo>
                        <a:pt x="1420" y="5770"/>
                      </a:lnTo>
                      <a:lnTo>
                        <a:pt x="1456" y="5770"/>
                      </a:lnTo>
                      <a:lnTo>
                        <a:pt x="1456" y="5689"/>
                      </a:lnTo>
                      <a:lnTo>
                        <a:pt x="521" y="4872"/>
                      </a:lnTo>
                      <a:lnTo>
                        <a:pt x="521" y="1124"/>
                      </a:lnTo>
                      <a:lnTo>
                        <a:pt x="72" y="710"/>
                      </a:lnTo>
                      <a:lnTo>
                        <a:pt x="72" y="117"/>
                      </a:lnTo>
                      <a:cubicBezTo>
                        <a:pt x="108" y="117"/>
                        <a:pt x="153" y="117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20"/>
                <p:cNvSpPr/>
                <p:nvPr/>
              </p:nvSpPr>
              <p:spPr>
                <a:xfrm>
                  <a:off x="2054874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73" y="1"/>
                      </a:moveTo>
                      <a:cubicBezTo>
                        <a:pt x="37" y="1"/>
                        <a:pt x="1" y="36"/>
                        <a:pt x="1" y="72"/>
                      </a:cubicBezTo>
                      <a:cubicBezTo>
                        <a:pt x="1" y="108"/>
                        <a:pt x="1" y="153"/>
                        <a:pt x="37" y="153"/>
                      </a:cubicBezTo>
                      <a:lnTo>
                        <a:pt x="37" y="10336"/>
                      </a:lnTo>
                      <a:lnTo>
                        <a:pt x="971" y="11163"/>
                      </a:lnTo>
                      <a:lnTo>
                        <a:pt x="971" y="11423"/>
                      </a:lnTo>
                      <a:lnTo>
                        <a:pt x="1043" y="11423"/>
                      </a:lnTo>
                      <a:lnTo>
                        <a:pt x="1043" y="11163"/>
                      </a:lnTo>
                      <a:lnTo>
                        <a:pt x="109" y="10300"/>
                      </a:lnTo>
                      <a:lnTo>
                        <a:pt x="109" y="153"/>
                      </a:lnTo>
                      <a:cubicBezTo>
                        <a:pt x="145" y="153"/>
                        <a:pt x="145" y="108"/>
                        <a:pt x="145" y="72"/>
                      </a:cubicBezTo>
                      <a:cubicBezTo>
                        <a:pt x="145" y="3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20"/>
                <p:cNvSpPr/>
                <p:nvPr/>
              </p:nvSpPr>
              <p:spPr>
                <a:xfrm>
                  <a:off x="1947999" y="4219531"/>
                  <a:ext cx="18970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3596" extrusionOk="0">
                      <a:moveTo>
                        <a:pt x="72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36" y="144"/>
                      </a:cubicBezTo>
                      <a:lnTo>
                        <a:pt x="36" y="3595"/>
                      </a:lnTo>
                      <a:lnTo>
                        <a:pt x="72" y="3595"/>
                      </a:lnTo>
                      <a:lnTo>
                        <a:pt x="72" y="144"/>
                      </a:lnTo>
                      <a:cubicBezTo>
                        <a:pt x="108" y="108"/>
                        <a:pt x="153" y="108"/>
                        <a:pt x="153" y="72"/>
                      </a:cubicBezTo>
                      <a:cubicBezTo>
                        <a:pt x="153" y="36"/>
                        <a:pt x="108" y="0"/>
                        <a:pt x="7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20"/>
                <p:cNvSpPr/>
                <p:nvPr/>
              </p:nvSpPr>
              <p:spPr>
                <a:xfrm>
                  <a:off x="1887742" y="4391123"/>
                  <a:ext cx="17978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212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72"/>
                        <a:pt x="37" y="108"/>
                        <a:pt x="73" y="108"/>
                      </a:cubicBezTo>
                      <a:lnTo>
                        <a:pt x="73" y="2211"/>
                      </a:lnTo>
                      <a:lnTo>
                        <a:pt x="109" y="2211"/>
                      </a:lnTo>
                      <a:lnTo>
                        <a:pt x="109" y="108"/>
                      </a:lnTo>
                      <a:cubicBezTo>
                        <a:pt x="145" y="108"/>
                        <a:pt x="145" y="72"/>
                        <a:pt x="145" y="72"/>
                      </a:cubicBezTo>
                      <a:cubicBezTo>
                        <a:pt x="145" y="36"/>
                        <a:pt x="109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20"/>
                <p:cNvSpPr/>
                <p:nvPr/>
              </p:nvSpPr>
              <p:spPr>
                <a:xfrm>
                  <a:off x="157691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2130" y="0"/>
                      </a:moveTo>
                      <a:cubicBezTo>
                        <a:pt x="2094" y="0"/>
                        <a:pt x="2058" y="36"/>
                        <a:pt x="2058" y="72"/>
                      </a:cubicBezTo>
                      <a:cubicBezTo>
                        <a:pt x="2058" y="108"/>
                        <a:pt x="2058" y="108"/>
                        <a:pt x="2094" y="153"/>
                      </a:cubicBezTo>
                      <a:lnTo>
                        <a:pt x="2094" y="3523"/>
                      </a:lnTo>
                      <a:lnTo>
                        <a:pt x="3029" y="4377"/>
                      </a:lnTo>
                      <a:lnTo>
                        <a:pt x="3029" y="7450"/>
                      </a:lnTo>
                      <a:lnTo>
                        <a:pt x="2166" y="8241"/>
                      </a:lnTo>
                      <a:lnTo>
                        <a:pt x="2166" y="6327"/>
                      </a:lnTo>
                      <a:cubicBezTo>
                        <a:pt x="2166" y="6327"/>
                        <a:pt x="2202" y="6291"/>
                        <a:pt x="2202" y="6255"/>
                      </a:cubicBezTo>
                      <a:cubicBezTo>
                        <a:pt x="2202" y="6219"/>
                        <a:pt x="2166" y="6174"/>
                        <a:pt x="2130" y="6174"/>
                      </a:cubicBezTo>
                      <a:cubicBezTo>
                        <a:pt x="2094" y="6174"/>
                        <a:pt x="2058" y="6219"/>
                        <a:pt x="2058" y="6255"/>
                      </a:cubicBezTo>
                      <a:cubicBezTo>
                        <a:pt x="2058" y="6291"/>
                        <a:pt x="2058" y="6327"/>
                        <a:pt x="2094" y="6327"/>
                      </a:cubicBezTo>
                      <a:lnTo>
                        <a:pt x="2094" y="11755"/>
                      </a:lnTo>
                      <a:lnTo>
                        <a:pt x="1609" y="11306"/>
                      </a:lnTo>
                      <a:lnTo>
                        <a:pt x="1609" y="2849"/>
                      </a:lnTo>
                      <a:cubicBezTo>
                        <a:pt x="1645" y="2849"/>
                        <a:pt x="1645" y="2804"/>
                        <a:pt x="1645" y="2768"/>
                      </a:cubicBezTo>
                      <a:cubicBezTo>
                        <a:pt x="1645" y="2732"/>
                        <a:pt x="1609" y="2696"/>
                        <a:pt x="1573" y="2696"/>
                      </a:cubicBezTo>
                      <a:cubicBezTo>
                        <a:pt x="1528" y="2696"/>
                        <a:pt x="1492" y="2732"/>
                        <a:pt x="1492" y="2768"/>
                      </a:cubicBezTo>
                      <a:cubicBezTo>
                        <a:pt x="1492" y="2804"/>
                        <a:pt x="1528" y="2849"/>
                        <a:pt x="1573" y="2849"/>
                      </a:cubicBezTo>
                      <a:lnTo>
                        <a:pt x="1573" y="11342"/>
                      </a:lnTo>
                      <a:lnTo>
                        <a:pt x="2094" y="11836"/>
                      </a:lnTo>
                      <a:lnTo>
                        <a:pt x="2094" y="13031"/>
                      </a:lnTo>
                      <a:lnTo>
                        <a:pt x="1007" y="12016"/>
                      </a:lnTo>
                      <a:lnTo>
                        <a:pt x="1007" y="8574"/>
                      </a:lnTo>
                      <a:lnTo>
                        <a:pt x="72" y="7747"/>
                      </a:lnTo>
                      <a:lnTo>
                        <a:pt x="72" y="4646"/>
                      </a:lnTo>
                      <a:lnTo>
                        <a:pt x="1007" y="3820"/>
                      </a:lnTo>
                      <a:lnTo>
                        <a:pt x="1007" y="413"/>
                      </a:lnTo>
                      <a:cubicBezTo>
                        <a:pt x="1043" y="413"/>
                        <a:pt x="1043" y="377"/>
                        <a:pt x="1043" y="377"/>
                      </a:cubicBezTo>
                      <a:cubicBezTo>
                        <a:pt x="1043" y="333"/>
                        <a:pt x="1007" y="297"/>
                        <a:pt x="971" y="297"/>
                      </a:cubicBezTo>
                      <a:cubicBezTo>
                        <a:pt x="935" y="297"/>
                        <a:pt x="899" y="333"/>
                        <a:pt x="899" y="377"/>
                      </a:cubicBezTo>
                      <a:cubicBezTo>
                        <a:pt x="899" y="377"/>
                        <a:pt x="899" y="413"/>
                        <a:pt x="935" y="413"/>
                      </a:cubicBezTo>
                      <a:lnTo>
                        <a:pt x="935" y="3784"/>
                      </a:lnTo>
                      <a:lnTo>
                        <a:pt x="0" y="4646"/>
                      </a:lnTo>
                      <a:lnTo>
                        <a:pt x="0" y="7747"/>
                      </a:lnTo>
                      <a:lnTo>
                        <a:pt x="935" y="8610"/>
                      </a:lnTo>
                      <a:lnTo>
                        <a:pt x="935" y="12061"/>
                      </a:lnTo>
                      <a:lnTo>
                        <a:pt x="2094" y="13103"/>
                      </a:lnTo>
                      <a:lnTo>
                        <a:pt x="2094" y="14568"/>
                      </a:lnTo>
                      <a:lnTo>
                        <a:pt x="2166" y="14568"/>
                      </a:lnTo>
                      <a:lnTo>
                        <a:pt x="2166" y="8313"/>
                      </a:lnTo>
                      <a:lnTo>
                        <a:pt x="3065" y="7450"/>
                      </a:lnTo>
                      <a:lnTo>
                        <a:pt x="3065" y="4341"/>
                      </a:lnTo>
                      <a:lnTo>
                        <a:pt x="2166" y="3478"/>
                      </a:lnTo>
                      <a:lnTo>
                        <a:pt x="2166" y="153"/>
                      </a:lnTo>
                      <a:cubicBezTo>
                        <a:pt x="2166" y="108"/>
                        <a:pt x="2202" y="108"/>
                        <a:pt x="2202" y="72"/>
                      </a:cubicBezTo>
                      <a:cubicBezTo>
                        <a:pt x="2202" y="36"/>
                        <a:pt x="2166" y="0"/>
                        <a:pt x="21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20"/>
                <p:cNvSpPr/>
                <p:nvPr/>
              </p:nvSpPr>
              <p:spPr>
                <a:xfrm>
                  <a:off x="1075392" y="3304664"/>
                  <a:ext cx="278718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" h="10975" extrusionOk="0">
                      <a:moveTo>
                        <a:pt x="1574" y="1"/>
                      </a:moveTo>
                      <a:cubicBezTo>
                        <a:pt x="1529" y="1"/>
                        <a:pt x="1493" y="1"/>
                        <a:pt x="1493" y="37"/>
                      </a:cubicBezTo>
                      <a:lnTo>
                        <a:pt x="1493" y="73"/>
                      </a:lnTo>
                      <a:lnTo>
                        <a:pt x="594" y="936"/>
                      </a:lnTo>
                      <a:lnTo>
                        <a:pt x="594" y="8350"/>
                      </a:lnTo>
                      <a:lnTo>
                        <a:pt x="73" y="7901"/>
                      </a:lnTo>
                      <a:lnTo>
                        <a:pt x="73" y="5133"/>
                      </a:lnTo>
                      <a:cubicBezTo>
                        <a:pt x="109" y="5133"/>
                        <a:pt x="145" y="5097"/>
                        <a:pt x="145" y="5052"/>
                      </a:cubicBezTo>
                      <a:cubicBezTo>
                        <a:pt x="145" y="5016"/>
                        <a:pt x="109" y="5016"/>
                        <a:pt x="73" y="5016"/>
                      </a:cubicBezTo>
                      <a:cubicBezTo>
                        <a:pt x="37" y="5016"/>
                        <a:pt x="1" y="5016"/>
                        <a:pt x="1" y="5052"/>
                      </a:cubicBezTo>
                      <a:cubicBezTo>
                        <a:pt x="1" y="5097"/>
                        <a:pt x="1" y="5133"/>
                        <a:pt x="37" y="5133"/>
                      </a:cubicBezTo>
                      <a:lnTo>
                        <a:pt x="37" y="7937"/>
                      </a:lnTo>
                      <a:lnTo>
                        <a:pt x="2167" y="9887"/>
                      </a:lnTo>
                      <a:lnTo>
                        <a:pt x="2167" y="10974"/>
                      </a:lnTo>
                      <a:lnTo>
                        <a:pt x="2203" y="10974"/>
                      </a:lnTo>
                      <a:lnTo>
                        <a:pt x="2203" y="7523"/>
                      </a:lnTo>
                      <a:cubicBezTo>
                        <a:pt x="2248" y="7487"/>
                        <a:pt x="2248" y="7487"/>
                        <a:pt x="2248" y="7451"/>
                      </a:cubicBezTo>
                      <a:cubicBezTo>
                        <a:pt x="2248" y="7415"/>
                        <a:pt x="2203" y="7379"/>
                        <a:pt x="2167" y="7379"/>
                      </a:cubicBezTo>
                      <a:cubicBezTo>
                        <a:pt x="2131" y="7379"/>
                        <a:pt x="2095" y="7415"/>
                        <a:pt x="2095" y="7451"/>
                      </a:cubicBezTo>
                      <a:cubicBezTo>
                        <a:pt x="2095" y="7487"/>
                        <a:pt x="2131" y="7487"/>
                        <a:pt x="2167" y="7523"/>
                      </a:cubicBezTo>
                      <a:lnTo>
                        <a:pt x="2167" y="9249"/>
                      </a:lnTo>
                      <a:lnTo>
                        <a:pt x="1044" y="8242"/>
                      </a:lnTo>
                      <a:lnTo>
                        <a:pt x="1044" y="1277"/>
                      </a:lnTo>
                      <a:cubicBezTo>
                        <a:pt x="1079" y="1277"/>
                        <a:pt x="1079" y="1232"/>
                        <a:pt x="1079" y="1232"/>
                      </a:cubicBezTo>
                      <a:cubicBezTo>
                        <a:pt x="1079" y="1196"/>
                        <a:pt x="1044" y="1160"/>
                        <a:pt x="1008" y="1160"/>
                      </a:cubicBezTo>
                      <a:cubicBezTo>
                        <a:pt x="972" y="1160"/>
                        <a:pt x="936" y="1196"/>
                        <a:pt x="936" y="1232"/>
                      </a:cubicBezTo>
                      <a:lnTo>
                        <a:pt x="972" y="1277"/>
                      </a:lnTo>
                      <a:lnTo>
                        <a:pt x="972" y="8242"/>
                      </a:lnTo>
                      <a:lnTo>
                        <a:pt x="2167" y="9321"/>
                      </a:lnTo>
                      <a:lnTo>
                        <a:pt x="2167" y="9815"/>
                      </a:lnTo>
                      <a:lnTo>
                        <a:pt x="630" y="8422"/>
                      </a:lnTo>
                      <a:lnTo>
                        <a:pt x="630" y="936"/>
                      </a:lnTo>
                      <a:lnTo>
                        <a:pt x="1529" y="109"/>
                      </a:lnTo>
                      <a:lnTo>
                        <a:pt x="1574" y="109"/>
                      </a:lnTo>
                      <a:cubicBezTo>
                        <a:pt x="1610" y="109"/>
                        <a:pt x="1646" y="109"/>
                        <a:pt x="1646" y="37"/>
                      </a:cubicBezTo>
                      <a:cubicBezTo>
                        <a:pt x="1646" y="1"/>
                        <a:pt x="1610" y="1"/>
                        <a:pt x="157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20"/>
                <p:cNvSpPr/>
                <p:nvPr/>
              </p:nvSpPr>
              <p:spPr>
                <a:xfrm>
                  <a:off x="1395274" y="3930900"/>
                  <a:ext cx="19094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924" extrusionOk="0">
                      <a:moveTo>
                        <a:pt x="72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72" y="5923"/>
                      </a:lnTo>
                      <a:lnTo>
                        <a:pt x="72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20"/>
                <p:cNvSpPr/>
                <p:nvPr/>
              </p:nvSpPr>
              <p:spPr>
                <a:xfrm>
                  <a:off x="2412570" y="4543745"/>
                  <a:ext cx="17978" cy="121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981" extrusionOk="0">
                      <a:moveTo>
                        <a:pt x="73" y="1"/>
                      </a:moveTo>
                      <a:cubicBezTo>
                        <a:pt x="37" y="1"/>
                        <a:pt x="1" y="46"/>
                        <a:pt x="1" y="82"/>
                      </a:cubicBezTo>
                      <a:cubicBezTo>
                        <a:pt x="1" y="117"/>
                        <a:pt x="37" y="153"/>
                        <a:pt x="37" y="153"/>
                      </a:cubicBezTo>
                      <a:lnTo>
                        <a:pt x="37" y="980"/>
                      </a:lnTo>
                      <a:lnTo>
                        <a:pt x="109" y="980"/>
                      </a:lnTo>
                      <a:lnTo>
                        <a:pt x="109" y="153"/>
                      </a:lnTo>
                      <a:cubicBezTo>
                        <a:pt x="145" y="153"/>
                        <a:pt x="145" y="117"/>
                        <a:pt x="145" y="82"/>
                      </a:cubicBezTo>
                      <a:cubicBezTo>
                        <a:pt x="145" y="46"/>
                        <a:pt x="109" y="1"/>
                        <a:pt x="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20"/>
                <p:cNvSpPr/>
                <p:nvPr/>
              </p:nvSpPr>
              <p:spPr>
                <a:xfrm>
                  <a:off x="224543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854" y="0"/>
                      </a:moveTo>
                      <a:cubicBezTo>
                        <a:pt x="818" y="0"/>
                        <a:pt x="783" y="36"/>
                        <a:pt x="783" y="72"/>
                      </a:cubicBezTo>
                      <a:lnTo>
                        <a:pt x="783" y="108"/>
                      </a:lnTo>
                      <a:lnTo>
                        <a:pt x="1" y="827"/>
                      </a:lnTo>
                      <a:lnTo>
                        <a:pt x="1" y="1348"/>
                      </a:lnTo>
                      <a:lnTo>
                        <a:pt x="854" y="2130"/>
                      </a:lnTo>
                      <a:lnTo>
                        <a:pt x="854" y="11198"/>
                      </a:lnTo>
                      <a:lnTo>
                        <a:pt x="899" y="11198"/>
                      </a:lnTo>
                      <a:lnTo>
                        <a:pt x="899" y="2094"/>
                      </a:lnTo>
                      <a:lnTo>
                        <a:pt x="73" y="1312"/>
                      </a:lnTo>
                      <a:lnTo>
                        <a:pt x="73" y="863"/>
                      </a:lnTo>
                      <a:lnTo>
                        <a:pt x="854" y="153"/>
                      </a:lnTo>
                      <a:cubicBezTo>
                        <a:pt x="899" y="153"/>
                        <a:pt x="935" y="108"/>
                        <a:pt x="935" y="72"/>
                      </a:cubicBezTo>
                      <a:cubicBezTo>
                        <a:pt x="935" y="36"/>
                        <a:pt x="899" y="0"/>
                        <a:pt x="8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20"/>
                <p:cNvSpPr/>
                <p:nvPr/>
              </p:nvSpPr>
              <p:spPr>
                <a:xfrm>
                  <a:off x="2156293" y="3444021"/>
                  <a:ext cx="13055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9851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108"/>
                        <a:pt x="46" y="153"/>
                        <a:pt x="82" y="153"/>
                      </a:cubicBezTo>
                      <a:lnTo>
                        <a:pt x="117" y="153"/>
                      </a:lnTo>
                      <a:lnTo>
                        <a:pt x="1016" y="935"/>
                      </a:lnTo>
                      <a:lnTo>
                        <a:pt x="1016" y="9850"/>
                      </a:lnTo>
                      <a:lnTo>
                        <a:pt x="1052" y="9850"/>
                      </a:lnTo>
                      <a:lnTo>
                        <a:pt x="1052" y="935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17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20"/>
                <p:cNvSpPr/>
                <p:nvPr/>
              </p:nvSpPr>
              <p:spPr>
                <a:xfrm>
                  <a:off x="3786572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20"/>
                <p:cNvSpPr/>
                <p:nvPr/>
              </p:nvSpPr>
              <p:spPr>
                <a:xfrm>
                  <a:off x="2106204" y="2728642"/>
                  <a:ext cx="133780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5621" extrusionOk="0">
                      <a:moveTo>
                        <a:pt x="1007" y="1"/>
                      </a:moveTo>
                      <a:cubicBezTo>
                        <a:pt x="971" y="1"/>
                        <a:pt x="935" y="36"/>
                        <a:pt x="935" y="81"/>
                      </a:cubicBezTo>
                      <a:cubicBezTo>
                        <a:pt x="935" y="117"/>
                        <a:pt x="971" y="117"/>
                        <a:pt x="971" y="153"/>
                      </a:cubicBezTo>
                      <a:lnTo>
                        <a:pt x="971" y="3523"/>
                      </a:lnTo>
                      <a:lnTo>
                        <a:pt x="72" y="4350"/>
                      </a:lnTo>
                      <a:lnTo>
                        <a:pt x="72" y="12133"/>
                      </a:lnTo>
                      <a:lnTo>
                        <a:pt x="971" y="12996"/>
                      </a:lnTo>
                      <a:lnTo>
                        <a:pt x="971" y="15090"/>
                      </a:lnTo>
                      <a:lnTo>
                        <a:pt x="108" y="14308"/>
                      </a:lnTo>
                      <a:lnTo>
                        <a:pt x="108" y="13032"/>
                      </a:lnTo>
                      <a:cubicBezTo>
                        <a:pt x="144" y="13032"/>
                        <a:pt x="144" y="12996"/>
                        <a:pt x="144" y="12960"/>
                      </a:cubicBezTo>
                      <a:cubicBezTo>
                        <a:pt x="144" y="12924"/>
                        <a:pt x="144" y="12888"/>
                        <a:pt x="72" y="12888"/>
                      </a:cubicBezTo>
                      <a:cubicBezTo>
                        <a:pt x="36" y="12888"/>
                        <a:pt x="0" y="12924"/>
                        <a:pt x="0" y="12960"/>
                      </a:cubicBezTo>
                      <a:cubicBezTo>
                        <a:pt x="0" y="12996"/>
                        <a:pt x="36" y="13032"/>
                        <a:pt x="72" y="13032"/>
                      </a:cubicBezTo>
                      <a:lnTo>
                        <a:pt x="72" y="14308"/>
                      </a:lnTo>
                      <a:lnTo>
                        <a:pt x="971" y="15171"/>
                      </a:lnTo>
                      <a:lnTo>
                        <a:pt x="971" y="15620"/>
                      </a:lnTo>
                      <a:lnTo>
                        <a:pt x="1043" y="15620"/>
                      </a:lnTo>
                      <a:lnTo>
                        <a:pt x="1043" y="12996"/>
                      </a:lnTo>
                      <a:lnTo>
                        <a:pt x="108" y="12133"/>
                      </a:lnTo>
                      <a:lnTo>
                        <a:pt x="108" y="4386"/>
                      </a:lnTo>
                      <a:lnTo>
                        <a:pt x="1043" y="3523"/>
                      </a:lnTo>
                      <a:lnTo>
                        <a:pt x="1043" y="153"/>
                      </a:lnTo>
                      <a:cubicBezTo>
                        <a:pt x="1079" y="117"/>
                        <a:pt x="1079" y="117"/>
                        <a:pt x="1079" y="81"/>
                      </a:cubicBezTo>
                      <a:cubicBezTo>
                        <a:pt x="1079" y="36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20"/>
                <p:cNvSpPr/>
                <p:nvPr/>
              </p:nvSpPr>
              <p:spPr>
                <a:xfrm>
                  <a:off x="4260071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20"/>
                <p:cNvSpPr/>
                <p:nvPr/>
              </p:nvSpPr>
              <p:spPr>
                <a:xfrm>
                  <a:off x="4496262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20"/>
                <p:cNvSpPr/>
                <p:nvPr/>
              </p:nvSpPr>
              <p:spPr>
                <a:xfrm>
                  <a:off x="3214877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0" name="Google Shape;1160;p20"/>
                <p:cNvSpPr/>
                <p:nvPr/>
              </p:nvSpPr>
              <p:spPr>
                <a:xfrm>
                  <a:off x="1399737" y="3304664"/>
                  <a:ext cx="274255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0975" extrusionOk="0">
                      <a:moveTo>
                        <a:pt x="81" y="1"/>
                      </a:moveTo>
                      <a:cubicBezTo>
                        <a:pt x="36" y="1"/>
                        <a:pt x="0" y="37"/>
                        <a:pt x="0" y="73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lnTo>
                        <a:pt x="81" y="1457"/>
                      </a:lnTo>
                      <a:lnTo>
                        <a:pt x="1016" y="2320"/>
                      </a:lnTo>
                      <a:lnTo>
                        <a:pt x="1016" y="9923"/>
                      </a:lnTo>
                      <a:lnTo>
                        <a:pt x="2139" y="10974"/>
                      </a:lnTo>
                      <a:lnTo>
                        <a:pt x="2211" y="10974"/>
                      </a:lnTo>
                      <a:lnTo>
                        <a:pt x="1052" y="9923"/>
                      </a:lnTo>
                      <a:lnTo>
                        <a:pt x="1052" y="2320"/>
                      </a:lnTo>
                      <a:lnTo>
                        <a:pt x="153" y="1457"/>
                      </a:lnTo>
                      <a:lnTo>
                        <a:pt x="153" y="154"/>
                      </a:lnTo>
                      <a:lnTo>
                        <a:pt x="153" y="73"/>
                      </a:lnTo>
                      <a:cubicBezTo>
                        <a:pt x="153" y="37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20"/>
                <p:cNvSpPr/>
                <p:nvPr/>
              </p:nvSpPr>
              <p:spPr>
                <a:xfrm>
                  <a:off x="4101866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20"/>
                <p:cNvSpPr/>
                <p:nvPr/>
              </p:nvSpPr>
              <p:spPr>
                <a:xfrm>
                  <a:off x="4046197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20"/>
                <p:cNvSpPr/>
                <p:nvPr/>
              </p:nvSpPr>
              <p:spPr>
                <a:xfrm>
                  <a:off x="2788121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20"/>
                <p:cNvSpPr/>
                <p:nvPr/>
              </p:nvSpPr>
              <p:spPr>
                <a:xfrm>
                  <a:off x="1348407" y="2812206"/>
                  <a:ext cx="269791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" h="14947" extrusionOk="0">
                      <a:moveTo>
                        <a:pt x="82" y="1"/>
                      </a:moveTo>
                      <a:cubicBezTo>
                        <a:pt x="46" y="1"/>
                        <a:pt x="1" y="37"/>
                        <a:pt x="1" y="81"/>
                      </a:cubicBezTo>
                      <a:cubicBezTo>
                        <a:pt x="1" y="117"/>
                        <a:pt x="1" y="153"/>
                        <a:pt x="46" y="153"/>
                      </a:cubicBezTo>
                      <a:lnTo>
                        <a:pt x="46" y="5653"/>
                      </a:lnTo>
                      <a:lnTo>
                        <a:pt x="980" y="6480"/>
                      </a:lnTo>
                      <a:lnTo>
                        <a:pt x="980" y="13895"/>
                      </a:lnTo>
                      <a:lnTo>
                        <a:pt x="2104" y="14946"/>
                      </a:lnTo>
                      <a:lnTo>
                        <a:pt x="2176" y="14946"/>
                      </a:lnTo>
                      <a:lnTo>
                        <a:pt x="1052" y="13859"/>
                      </a:lnTo>
                      <a:lnTo>
                        <a:pt x="1052" y="6480"/>
                      </a:lnTo>
                      <a:lnTo>
                        <a:pt x="118" y="5618"/>
                      </a:lnTo>
                      <a:lnTo>
                        <a:pt x="118" y="153"/>
                      </a:lnTo>
                      <a:cubicBezTo>
                        <a:pt x="154" y="153"/>
                        <a:pt x="154" y="117"/>
                        <a:pt x="154" y="81"/>
                      </a:cubicBezTo>
                      <a:cubicBezTo>
                        <a:pt x="154" y="37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20"/>
                <p:cNvSpPr/>
                <p:nvPr/>
              </p:nvSpPr>
              <p:spPr>
                <a:xfrm>
                  <a:off x="4617768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20"/>
                <p:cNvSpPr/>
                <p:nvPr/>
              </p:nvSpPr>
              <p:spPr>
                <a:xfrm>
                  <a:off x="5323862" y="3444021"/>
                  <a:ext cx="134896" cy="1221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9851" extrusionOk="0">
                      <a:moveTo>
                        <a:pt x="1007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lnTo>
                        <a:pt x="935" y="108"/>
                      </a:lnTo>
                      <a:lnTo>
                        <a:pt x="0" y="935"/>
                      </a:lnTo>
                      <a:lnTo>
                        <a:pt x="0" y="9850"/>
                      </a:lnTo>
                      <a:lnTo>
                        <a:pt x="72" y="9850"/>
                      </a:lnTo>
                      <a:lnTo>
                        <a:pt x="72" y="935"/>
                      </a:lnTo>
                      <a:lnTo>
                        <a:pt x="971" y="153"/>
                      </a:lnTo>
                      <a:lnTo>
                        <a:pt x="1007" y="153"/>
                      </a:lnTo>
                      <a:cubicBezTo>
                        <a:pt x="1043" y="153"/>
                        <a:pt x="1088" y="108"/>
                        <a:pt x="1088" y="72"/>
                      </a:cubicBezTo>
                      <a:cubicBezTo>
                        <a:pt x="1088" y="36"/>
                        <a:pt x="1043" y="0"/>
                        <a:pt x="100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20"/>
                <p:cNvSpPr/>
                <p:nvPr/>
              </p:nvSpPr>
              <p:spPr>
                <a:xfrm>
                  <a:off x="5249099" y="3276892"/>
                  <a:ext cx="116050" cy="138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" h="11199" extrusionOk="0">
                      <a:moveTo>
                        <a:pt x="73" y="0"/>
                      </a:moveTo>
                      <a:cubicBezTo>
                        <a:pt x="37" y="0"/>
                        <a:pt x="1" y="36"/>
                        <a:pt x="1" y="72"/>
                      </a:cubicBezTo>
                      <a:cubicBezTo>
                        <a:pt x="1" y="108"/>
                        <a:pt x="37" y="153"/>
                        <a:pt x="73" y="153"/>
                      </a:cubicBezTo>
                      <a:lnTo>
                        <a:pt x="118" y="153"/>
                      </a:lnTo>
                      <a:lnTo>
                        <a:pt x="900" y="863"/>
                      </a:lnTo>
                      <a:lnTo>
                        <a:pt x="900" y="1312"/>
                      </a:lnTo>
                      <a:lnTo>
                        <a:pt x="73" y="2094"/>
                      </a:lnTo>
                      <a:lnTo>
                        <a:pt x="73" y="11198"/>
                      </a:lnTo>
                      <a:lnTo>
                        <a:pt x="118" y="11198"/>
                      </a:lnTo>
                      <a:lnTo>
                        <a:pt x="118" y="2130"/>
                      </a:lnTo>
                      <a:lnTo>
                        <a:pt x="936" y="1348"/>
                      </a:lnTo>
                      <a:lnTo>
                        <a:pt x="936" y="827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0"/>
                        <a:pt x="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20"/>
                <p:cNvSpPr/>
                <p:nvPr/>
              </p:nvSpPr>
              <p:spPr>
                <a:xfrm>
                  <a:off x="5002865" y="3230027"/>
                  <a:ext cx="135020" cy="1435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1577" extrusionOk="0">
                      <a:moveTo>
                        <a:pt x="1016" y="1"/>
                      </a:moveTo>
                      <a:cubicBezTo>
                        <a:pt x="980" y="1"/>
                        <a:pt x="935" y="37"/>
                        <a:pt x="935" y="82"/>
                      </a:cubicBezTo>
                      <a:cubicBezTo>
                        <a:pt x="935" y="118"/>
                        <a:pt x="935" y="154"/>
                        <a:pt x="980" y="154"/>
                      </a:cubicBezTo>
                      <a:lnTo>
                        <a:pt x="980" y="5878"/>
                      </a:lnTo>
                      <a:lnTo>
                        <a:pt x="1" y="6777"/>
                      </a:lnTo>
                      <a:lnTo>
                        <a:pt x="1" y="11576"/>
                      </a:lnTo>
                      <a:lnTo>
                        <a:pt x="82" y="11576"/>
                      </a:lnTo>
                      <a:lnTo>
                        <a:pt x="82" y="6822"/>
                      </a:lnTo>
                      <a:lnTo>
                        <a:pt x="1052" y="5923"/>
                      </a:lnTo>
                      <a:lnTo>
                        <a:pt x="1052" y="154"/>
                      </a:lnTo>
                      <a:cubicBezTo>
                        <a:pt x="1088" y="154"/>
                        <a:pt x="1088" y="118"/>
                        <a:pt x="1088" y="82"/>
                      </a:cubicBezTo>
                      <a:cubicBezTo>
                        <a:pt x="1088" y="37"/>
                        <a:pt x="1052" y="1"/>
                        <a:pt x="101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20"/>
                <p:cNvSpPr/>
                <p:nvPr/>
              </p:nvSpPr>
              <p:spPr>
                <a:xfrm>
                  <a:off x="5114328" y="4391123"/>
                  <a:ext cx="111586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2212" extrusionOk="0">
                      <a:moveTo>
                        <a:pt x="81" y="0"/>
                      </a:moveTo>
                      <a:cubicBezTo>
                        <a:pt x="36" y="0"/>
                        <a:pt x="0" y="36"/>
                        <a:pt x="0" y="72"/>
                      </a:cubicBezTo>
                      <a:cubicBezTo>
                        <a:pt x="0" y="108"/>
                        <a:pt x="36" y="153"/>
                        <a:pt x="81" y="153"/>
                      </a:cubicBezTo>
                      <a:lnTo>
                        <a:pt x="81" y="1537"/>
                      </a:lnTo>
                      <a:lnTo>
                        <a:pt x="791" y="2211"/>
                      </a:lnTo>
                      <a:lnTo>
                        <a:pt x="899" y="2211"/>
                      </a:lnTo>
                      <a:lnTo>
                        <a:pt x="153" y="1501"/>
                      </a:lnTo>
                      <a:lnTo>
                        <a:pt x="153" y="108"/>
                      </a:lnTo>
                      <a:lnTo>
                        <a:pt x="153" y="72"/>
                      </a:lnTo>
                      <a:cubicBezTo>
                        <a:pt x="153" y="36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20"/>
                <p:cNvSpPr/>
                <p:nvPr/>
              </p:nvSpPr>
              <p:spPr>
                <a:xfrm>
                  <a:off x="5648083" y="4219531"/>
                  <a:ext cx="19094" cy="44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596" extrusionOk="0">
                      <a:moveTo>
                        <a:pt x="81" y="0"/>
                      </a:moveTo>
                      <a:cubicBezTo>
                        <a:pt x="45" y="0"/>
                        <a:pt x="0" y="36"/>
                        <a:pt x="0" y="72"/>
                      </a:cubicBezTo>
                      <a:cubicBezTo>
                        <a:pt x="0" y="108"/>
                        <a:pt x="0" y="108"/>
                        <a:pt x="45" y="144"/>
                      </a:cubicBezTo>
                      <a:lnTo>
                        <a:pt x="45" y="3595"/>
                      </a:lnTo>
                      <a:lnTo>
                        <a:pt x="117" y="3595"/>
                      </a:lnTo>
                      <a:lnTo>
                        <a:pt x="117" y="144"/>
                      </a:lnTo>
                      <a:cubicBezTo>
                        <a:pt x="117" y="108"/>
                        <a:pt x="153" y="108"/>
                        <a:pt x="153" y="72"/>
                      </a:cubicBezTo>
                      <a:cubicBezTo>
                        <a:pt x="153" y="36"/>
                        <a:pt x="117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20"/>
                <p:cNvSpPr/>
                <p:nvPr/>
              </p:nvSpPr>
              <p:spPr>
                <a:xfrm>
                  <a:off x="5992389" y="2812206"/>
                  <a:ext cx="274255" cy="185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" h="14947" extrusionOk="0">
                      <a:moveTo>
                        <a:pt x="2130" y="1"/>
                      </a:moveTo>
                      <a:cubicBezTo>
                        <a:pt x="2058" y="1"/>
                        <a:pt x="2023" y="37"/>
                        <a:pt x="2023" y="81"/>
                      </a:cubicBezTo>
                      <a:cubicBezTo>
                        <a:pt x="2023" y="117"/>
                        <a:pt x="2058" y="153"/>
                        <a:pt x="2094" y="153"/>
                      </a:cubicBezTo>
                      <a:lnTo>
                        <a:pt x="2094" y="5618"/>
                      </a:lnTo>
                      <a:lnTo>
                        <a:pt x="1160" y="6480"/>
                      </a:lnTo>
                      <a:lnTo>
                        <a:pt x="1160" y="13859"/>
                      </a:lnTo>
                      <a:lnTo>
                        <a:pt x="0" y="14946"/>
                      </a:lnTo>
                      <a:lnTo>
                        <a:pt x="72" y="14946"/>
                      </a:lnTo>
                      <a:lnTo>
                        <a:pt x="1232" y="13895"/>
                      </a:lnTo>
                      <a:lnTo>
                        <a:pt x="1232" y="6480"/>
                      </a:lnTo>
                      <a:lnTo>
                        <a:pt x="2130" y="5653"/>
                      </a:lnTo>
                      <a:lnTo>
                        <a:pt x="2130" y="153"/>
                      </a:lnTo>
                      <a:cubicBezTo>
                        <a:pt x="2166" y="153"/>
                        <a:pt x="2211" y="117"/>
                        <a:pt x="2211" y="81"/>
                      </a:cubicBezTo>
                      <a:cubicBezTo>
                        <a:pt x="2211" y="37"/>
                        <a:pt x="2166" y="1"/>
                        <a:pt x="21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20"/>
                <p:cNvSpPr/>
                <p:nvPr/>
              </p:nvSpPr>
              <p:spPr>
                <a:xfrm>
                  <a:off x="5653662" y="2859071"/>
                  <a:ext cx="380014" cy="1806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5" h="14569" extrusionOk="0">
                      <a:moveTo>
                        <a:pt x="971" y="0"/>
                      </a:moveTo>
                      <a:cubicBezTo>
                        <a:pt x="935" y="0"/>
                        <a:pt x="899" y="36"/>
                        <a:pt x="899" y="72"/>
                      </a:cubicBezTo>
                      <a:cubicBezTo>
                        <a:pt x="899" y="108"/>
                        <a:pt x="899" y="108"/>
                        <a:pt x="935" y="153"/>
                      </a:cubicBezTo>
                      <a:lnTo>
                        <a:pt x="935" y="3478"/>
                      </a:lnTo>
                      <a:lnTo>
                        <a:pt x="0" y="4341"/>
                      </a:lnTo>
                      <a:lnTo>
                        <a:pt x="0" y="7450"/>
                      </a:lnTo>
                      <a:lnTo>
                        <a:pt x="935" y="8313"/>
                      </a:lnTo>
                      <a:lnTo>
                        <a:pt x="935" y="14568"/>
                      </a:lnTo>
                      <a:lnTo>
                        <a:pt x="971" y="14568"/>
                      </a:lnTo>
                      <a:lnTo>
                        <a:pt x="971" y="13103"/>
                      </a:lnTo>
                      <a:lnTo>
                        <a:pt x="2130" y="12061"/>
                      </a:lnTo>
                      <a:lnTo>
                        <a:pt x="2130" y="8610"/>
                      </a:lnTo>
                      <a:lnTo>
                        <a:pt x="3065" y="7747"/>
                      </a:lnTo>
                      <a:lnTo>
                        <a:pt x="3065" y="4646"/>
                      </a:lnTo>
                      <a:lnTo>
                        <a:pt x="2130" y="3784"/>
                      </a:lnTo>
                      <a:lnTo>
                        <a:pt x="2130" y="413"/>
                      </a:lnTo>
                      <a:cubicBezTo>
                        <a:pt x="2166" y="413"/>
                        <a:pt x="2202" y="377"/>
                        <a:pt x="2202" y="377"/>
                      </a:cubicBezTo>
                      <a:cubicBezTo>
                        <a:pt x="2202" y="333"/>
                        <a:pt x="2166" y="297"/>
                        <a:pt x="2130" y="297"/>
                      </a:cubicBezTo>
                      <a:cubicBezTo>
                        <a:pt x="2058" y="297"/>
                        <a:pt x="2022" y="333"/>
                        <a:pt x="2022" y="377"/>
                      </a:cubicBezTo>
                      <a:cubicBezTo>
                        <a:pt x="2022" y="377"/>
                        <a:pt x="2058" y="413"/>
                        <a:pt x="2094" y="413"/>
                      </a:cubicBezTo>
                      <a:lnTo>
                        <a:pt x="2094" y="3820"/>
                      </a:lnTo>
                      <a:lnTo>
                        <a:pt x="3029" y="4646"/>
                      </a:lnTo>
                      <a:lnTo>
                        <a:pt x="3029" y="7747"/>
                      </a:lnTo>
                      <a:lnTo>
                        <a:pt x="2094" y="8574"/>
                      </a:lnTo>
                      <a:lnTo>
                        <a:pt x="2094" y="12016"/>
                      </a:lnTo>
                      <a:lnTo>
                        <a:pt x="971" y="13031"/>
                      </a:lnTo>
                      <a:lnTo>
                        <a:pt x="971" y="11836"/>
                      </a:lnTo>
                      <a:lnTo>
                        <a:pt x="1528" y="11342"/>
                      </a:lnTo>
                      <a:lnTo>
                        <a:pt x="1528" y="2849"/>
                      </a:lnTo>
                      <a:cubicBezTo>
                        <a:pt x="1573" y="2849"/>
                        <a:pt x="1573" y="2804"/>
                        <a:pt x="1573" y="2768"/>
                      </a:cubicBezTo>
                      <a:cubicBezTo>
                        <a:pt x="1573" y="2732"/>
                        <a:pt x="1573" y="2696"/>
                        <a:pt x="1492" y="2696"/>
                      </a:cubicBezTo>
                      <a:cubicBezTo>
                        <a:pt x="1456" y="2696"/>
                        <a:pt x="1420" y="2732"/>
                        <a:pt x="1420" y="2768"/>
                      </a:cubicBezTo>
                      <a:cubicBezTo>
                        <a:pt x="1420" y="2804"/>
                        <a:pt x="1456" y="2849"/>
                        <a:pt x="1492" y="2849"/>
                      </a:cubicBezTo>
                      <a:lnTo>
                        <a:pt x="1492" y="11306"/>
                      </a:lnTo>
                      <a:lnTo>
                        <a:pt x="971" y="11755"/>
                      </a:lnTo>
                      <a:lnTo>
                        <a:pt x="971" y="6327"/>
                      </a:lnTo>
                      <a:cubicBezTo>
                        <a:pt x="1007" y="6327"/>
                        <a:pt x="1043" y="6291"/>
                        <a:pt x="1043" y="6255"/>
                      </a:cubicBezTo>
                      <a:cubicBezTo>
                        <a:pt x="1043" y="6219"/>
                        <a:pt x="1007" y="6174"/>
                        <a:pt x="971" y="6174"/>
                      </a:cubicBezTo>
                      <a:cubicBezTo>
                        <a:pt x="935" y="6174"/>
                        <a:pt x="899" y="6219"/>
                        <a:pt x="899" y="6255"/>
                      </a:cubicBezTo>
                      <a:cubicBezTo>
                        <a:pt x="899" y="6291"/>
                        <a:pt x="899" y="6327"/>
                        <a:pt x="935" y="6327"/>
                      </a:cubicBezTo>
                      <a:lnTo>
                        <a:pt x="935" y="8241"/>
                      </a:lnTo>
                      <a:lnTo>
                        <a:pt x="72" y="7450"/>
                      </a:lnTo>
                      <a:lnTo>
                        <a:pt x="72" y="4377"/>
                      </a:lnTo>
                      <a:lnTo>
                        <a:pt x="971" y="3523"/>
                      </a:lnTo>
                      <a:lnTo>
                        <a:pt x="971" y="153"/>
                      </a:lnTo>
                      <a:cubicBezTo>
                        <a:pt x="1007" y="108"/>
                        <a:pt x="1043" y="108"/>
                        <a:pt x="1043" y="72"/>
                      </a:cubicBezTo>
                      <a:cubicBezTo>
                        <a:pt x="1043" y="36"/>
                        <a:pt x="1007" y="0"/>
                        <a:pt x="9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3" name="Google Shape;1173;p20"/>
                <p:cNvSpPr/>
                <p:nvPr/>
              </p:nvSpPr>
              <p:spPr>
                <a:xfrm>
                  <a:off x="5480951" y="3949869"/>
                  <a:ext cx="186225" cy="715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5771" extrusionOk="0">
                      <a:moveTo>
                        <a:pt x="1429" y="0"/>
                      </a:moveTo>
                      <a:cubicBezTo>
                        <a:pt x="1393" y="0"/>
                        <a:pt x="1348" y="36"/>
                        <a:pt x="1348" y="72"/>
                      </a:cubicBezTo>
                      <a:cubicBezTo>
                        <a:pt x="1348" y="117"/>
                        <a:pt x="1348" y="117"/>
                        <a:pt x="1393" y="117"/>
                      </a:cubicBezTo>
                      <a:lnTo>
                        <a:pt x="1393" y="710"/>
                      </a:lnTo>
                      <a:lnTo>
                        <a:pt x="944" y="1124"/>
                      </a:lnTo>
                      <a:lnTo>
                        <a:pt x="944" y="4872"/>
                      </a:lnTo>
                      <a:lnTo>
                        <a:pt x="0" y="5689"/>
                      </a:lnTo>
                      <a:lnTo>
                        <a:pt x="0" y="5770"/>
                      </a:lnTo>
                      <a:lnTo>
                        <a:pt x="81" y="5770"/>
                      </a:lnTo>
                      <a:lnTo>
                        <a:pt x="81" y="5734"/>
                      </a:lnTo>
                      <a:lnTo>
                        <a:pt x="1016" y="4872"/>
                      </a:lnTo>
                      <a:lnTo>
                        <a:pt x="1016" y="1124"/>
                      </a:lnTo>
                      <a:lnTo>
                        <a:pt x="1465" y="710"/>
                      </a:lnTo>
                      <a:lnTo>
                        <a:pt x="1465" y="117"/>
                      </a:lnTo>
                      <a:cubicBezTo>
                        <a:pt x="1465" y="117"/>
                        <a:pt x="1501" y="117"/>
                        <a:pt x="1501" y="72"/>
                      </a:cubicBezTo>
                      <a:cubicBezTo>
                        <a:pt x="1501" y="36"/>
                        <a:pt x="1465" y="0"/>
                        <a:pt x="14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20"/>
                <p:cNvSpPr/>
                <p:nvPr/>
              </p:nvSpPr>
              <p:spPr>
                <a:xfrm>
                  <a:off x="5430737" y="3248996"/>
                  <a:ext cx="129440" cy="141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1424" extrusionOk="0">
                      <a:moveTo>
                        <a:pt x="971" y="1"/>
                      </a:moveTo>
                      <a:cubicBezTo>
                        <a:pt x="900" y="1"/>
                        <a:pt x="855" y="36"/>
                        <a:pt x="855" y="72"/>
                      </a:cubicBezTo>
                      <a:cubicBezTo>
                        <a:pt x="855" y="108"/>
                        <a:pt x="900" y="153"/>
                        <a:pt x="936" y="153"/>
                      </a:cubicBezTo>
                      <a:lnTo>
                        <a:pt x="936" y="10300"/>
                      </a:lnTo>
                      <a:lnTo>
                        <a:pt x="1" y="11163"/>
                      </a:lnTo>
                      <a:lnTo>
                        <a:pt x="1" y="11423"/>
                      </a:lnTo>
                      <a:lnTo>
                        <a:pt x="73" y="11423"/>
                      </a:lnTo>
                      <a:lnTo>
                        <a:pt x="73" y="11163"/>
                      </a:lnTo>
                      <a:lnTo>
                        <a:pt x="971" y="10336"/>
                      </a:lnTo>
                      <a:lnTo>
                        <a:pt x="971" y="153"/>
                      </a:lnTo>
                      <a:cubicBezTo>
                        <a:pt x="1007" y="153"/>
                        <a:pt x="1043" y="108"/>
                        <a:pt x="1043" y="72"/>
                      </a:cubicBezTo>
                      <a:cubicBezTo>
                        <a:pt x="1043" y="36"/>
                        <a:pt x="1007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20"/>
                <p:cNvSpPr/>
                <p:nvPr/>
              </p:nvSpPr>
              <p:spPr>
                <a:xfrm>
                  <a:off x="5058658" y="4232921"/>
                  <a:ext cx="79226" cy="4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488" extrusionOk="0">
                      <a:moveTo>
                        <a:pt x="81" y="0"/>
                      </a:moveTo>
                      <a:cubicBezTo>
                        <a:pt x="36" y="0"/>
                        <a:pt x="0" y="0"/>
                        <a:pt x="0" y="81"/>
                      </a:cubicBezTo>
                      <a:cubicBezTo>
                        <a:pt x="0" y="81"/>
                        <a:pt x="36" y="117"/>
                        <a:pt x="81" y="117"/>
                      </a:cubicBezTo>
                      <a:lnTo>
                        <a:pt x="81" y="3002"/>
                      </a:lnTo>
                      <a:lnTo>
                        <a:pt x="566" y="3487"/>
                      </a:lnTo>
                      <a:lnTo>
                        <a:pt x="638" y="3487"/>
                      </a:lnTo>
                      <a:lnTo>
                        <a:pt x="117" y="3002"/>
                      </a:lnTo>
                      <a:lnTo>
                        <a:pt x="117" y="117"/>
                      </a:lnTo>
                      <a:cubicBezTo>
                        <a:pt x="153" y="117"/>
                        <a:pt x="189" y="81"/>
                        <a:pt x="189" y="81"/>
                      </a:cubicBezTo>
                      <a:cubicBezTo>
                        <a:pt x="189" y="0"/>
                        <a:pt x="153" y="0"/>
                        <a:pt x="8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6" name="Google Shape;1176;p20"/>
                <p:cNvSpPr/>
                <p:nvPr/>
              </p:nvSpPr>
              <p:spPr>
                <a:xfrm>
                  <a:off x="5703752" y="4391123"/>
                  <a:ext cx="19094" cy="274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12" extrusionOk="0">
                      <a:moveTo>
                        <a:pt x="82" y="0"/>
                      </a:moveTo>
                      <a:cubicBezTo>
                        <a:pt x="46" y="0"/>
                        <a:pt x="1" y="36"/>
                        <a:pt x="1" y="72"/>
                      </a:cubicBezTo>
                      <a:cubicBezTo>
                        <a:pt x="1" y="72"/>
                        <a:pt x="46" y="108"/>
                        <a:pt x="82" y="108"/>
                      </a:cubicBezTo>
                      <a:lnTo>
                        <a:pt x="82" y="2211"/>
                      </a:lnTo>
                      <a:lnTo>
                        <a:pt x="118" y="2211"/>
                      </a:lnTo>
                      <a:lnTo>
                        <a:pt x="118" y="108"/>
                      </a:lnTo>
                      <a:cubicBezTo>
                        <a:pt x="153" y="108"/>
                        <a:pt x="153" y="72"/>
                        <a:pt x="153" y="72"/>
                      </a:cubicBezTo>
                      <a:cubicBezTo>
                        <a:pt x="153" y="36"/>
                        <a:pt x="118" y="0"/>
                        <a:pt x="8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7" name="Google Shape;1177;p20"/>
                <p:cNvSpPr/>
                <p:nvPr/>
              </p:nvSpPr>
              <p:spPr>
                <a:xfrm>
                  <a:off x="4882600" y="3666817"/>
                  <a:ext cx="134896" cy="99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8054" extrusionOk="0">
                      <a:moveTo>
                        <a:pt x="1007" y="1"/>
                      </a:moveTo>
                      <a:cubicBezTo>
                        <a:pt x="971" y="1"/>
                        <a:pt x="935" y="37"/>
                        <a:pt x="935" y="73"/>
                      </a:cubicBezTo>
                      <a:cubicBezTo>
                        <a:pt x="935" y="109"/>
                        <a:pt x="935" y="109"/>
                        <a:pt x="971" y="154"/>
                      </a:cubicBezTo>
                      <a:lnTo>
                        <a:pt x="971" y="2023"/>
                      </a:lnTo>
                      <a:lnTo>
                        <a:pt x="0" y="2886"/>
                      </a:lnTo>
                      <a:lnTo>
                        <a:pt x="0" y="8053"/>
                      </a:lnTo>
                      <a:lnTo>
                        <a:pt x="72" y="8053"/>
                      </a:lnTo>
                      <a:lnTo>
                        <a:pt x="72" y="2922"/>
                      </a:lnTo>
                      <a:lnTo>
                        <a:pt x="1052" y="2023"/>
                      </a:lnTo>
                      <a:lnTo>
                        <a:pt x="1052" y="154"/>
                      </a:lnTo>
                      <a:cubicBezTo>
                        <a:pt x="1088" y="109"/>
                        <a:pt x="1088" y="109"/>
                        <a:pt x="1088" y="73"/>
                      </a:cubicBezTo>
                      <a:cubicBezTo>
                        <a:pt x="1088" y="37"/>
                        <a:pt x="1052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8" name="Google Shape;1178;p20"/>
                <p:cNvSpPr/>
                <p:nvPr/>
              </p:nvSpPr>
              <p:spPr>
                <a:xfrm>
                  <a:off x="4822343" y="3471793"/>
                  <a:ext cx="135020" cy="1193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9627" extrusionOk="0">
                      <a:moveTo>
                        <a:pt x="1007" y="1"/>
                      </a:moveTo>
                      <a:cubicBezTo>
                        <a:pt x="971" y="1"/>
                        <a:pt x="935" y="1"/>
                        <a:pt x="935" y="73"/>
                      </a:cubicBezTo>
                      <a:cubicBezTo>
                        <a:pt x="935" y="73"/>
                        <a:pt x="935" y="109"/>
                        <a:pt x="971" y="109"/>
                      </a:cubicBezTo>
                      <a:lnTo>
                        <a:pt x="971" y="3407"/>
                      </a:lnTo>
                      <a:lnTo>
                        <a:pt x="1" y="4270"/>
                      </a:lnTo>
                      <a:lnTo>
                        <a:pt x="37" y="4306"/>
                      </a:lnTo>
                      <a:lnTo>
                        <a:pt x="1" y="4306"/>
                      </a:lnTo>
                      <a:lnTo>
                        <a:pt x="1" y="9626"/>
                      </a:lnTo>
                      <a:lnTo>
                        <a:pt x="73" y="9626"/>
                      </a:lnTo>
                      <a:lnTo>
                        <a:pt x="73" y="4306"/>
                      </a:lnTo>
                      <a:lnTo>
                        <a:pt x="1043" y="3407"/>
                      </a:lnTo>
                      <a:lnTo>
                        <a:pt x="1043" y="109"/>
                      </a:lnTo>
                      <a:cubicBezTo>
                        <a:pt x="1088" y="109"/>
                        <a:pt x="1088" y="73"/>
                        <a:pt x="1088" y="73"/>
                      </a:cubicBezTo>
                      <a:cubicBezTo>
                        <a:pt x="1088" y="1"/>
                        <a:pt x="1043" y="1"/>
                        <a:pt x="100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9" name="Google Shape;1179;p20"/>
                <p:cNvSpPr/>
                <p:nvPr/>
              </p:nvSpPr>
              <p:spPr>
                <a:xfrm>
                  <a:off x="6725637" y="4024507"/>
                  <a:ext cx="130432" cy="640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169" extrusionOk="0">
                      <a:moveTo>
                        <a:pt x="971" y="1"/>
                      </a:moveTo>
                      <a:cubicBezTo>
                        <a:pt x="935" y="1"/>
                        <a:pt x="899" y="37"/>
                        <a:pt x="899" y="73"/>
                      </a:cubicBezTo>
                      <a:lnTo>
                        <a:pt x="0" y="935"/>
                      </a:lnTo>
                      <a:lnTo>
                        <a:pt x="0" y="5168"/>
                      </a:lnTo>
                      <a:lnTo>
                        <a:pt x="36" y="5168"/>
                      </a:lnTo>
                      <a:lnTo>
                        <a:pt x="36" y="935"/>
                      </a:lnTo>
                      <a:lnTo>
                        <a:pt x="935" y="108"/>
                      </a:lnTo>
                      <a:lnTo>
                        <a:pt x="971" y="144"/>
                      </a:lnTo>
                      <a:cubicBezTo>
                        <a:pt x="1016" y="144"/>
                        <a:pt x="1052" y="108"/>
                        <a:pt x="1052" y="73"/>
                      </a:cubicBezTo>
                      <a:cubicBezTo>
                        <a:pt x="1052" y="37"/>
                        <a:pt x="1016" y="1"/>
                        <a:pt x="97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0" name="Google Shape;1180;p20"/>
                <p:cNvSpPr/>
                <p:nvPr/>
              </p:nvSpPr>
              <p:spPr>
                <a:xfrm>
                  <a:off x="5941183" y="3304664"/>
                  <a:ext cx="269667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10975" extrusionOk="0">
                      <a:moveTo>
                        <a:pt x="2094" y="1"/>
                      </a:moveTo>
                      <a:cubicBezTo>
                        <a:pt x="2058" y="1"/>
                        <a:pt x="2022" y="37"/>
                        <a:pt x="2022" y="73"/>
                      </a:cubicBezTo>
                      <a:cubicBezTo>
                        <a:pt x="2022" y="109"/>
                        <a:pt x="2022" y="109"/>
                        <a:pt x="2058" y="154"/>
                      </a:cubicBezTo>
                      <a:lnTo>
                        <a:pt x="2058" y="1457"/>
                      </a:lnTo>
                      <a:lnTo>
                        <a:pt x="1123" y="2320"/>
                      </a:lnTo>
                      <a:lnTo>
                        <a:pt x="1123" y="9923"/>
                      </a:lnTo>
                      <a:lnTo>
                        <a:pt x="0" y="10974"/>
                      </a:lnTo>
                      <a:lnTo>
                        <a:pt x="72" y="10974"/>
                      </a:lnTo>
                      <a:lnTo>
                        <a:pt x="1195" y="9923"/>
                      </a:lnTo>
                      <a:lnTo>
                        <a:pt x="1195" y="2320"/>
                      </a:lnTo>
                      <a:lnTo>
                        <a:pt x="2094" y="1457"/>
                      </a:lnTo>
                      <a:lnTo>
                        <a:pt x="2094" y="154"/>
                      </a:lnTo>
                      <a:cubicBezTo>
                        <a:pt x="2175" y="154"/>
                        <a:pt x="2175" y="109"/>
                        <a:pt x="2175" y="73"/>
                      </a:cubicBezTo>
                      <a:cubicBezTo>
                        <a:pt x="2175" y="37"/>
                        <a:pt x="2130" y="1"/>
                        <a:pt x="20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0"/>
                <p:cNvSpPr/>
                <p:nvPr/>
              </p:nvSpPr>
              <p:spPr>
                <a:xfrm>
                  <a:off x="6414682" y="2640614"/>
                  <a:ext cx="357821" cy="20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" h="16331" extrusionOk="0">
                      <a:moveTo>
                        <a:pt x="2805" y="1"/>
                      </a:moveTo>
                      <a:cubicBezTo>
                        <a:pt x="2769" y="1"/>
                        <a:pt x="2733" y="36"/>
                        <a:pt x="2733" y="72"/>
                      </a:cubicBezTo>
                      <a:cubicBezTo>
                        <a:pt x="2733" y="117"/>
                        <a:pt x="2769" y="153"/>
                        <a:pt x="2769" y="153"/>
                      </a:cubicBezTo>
                      <a:lnTo>
                        <a:pt x="2769" y="2814"/>
                      </a:lnTo>
                      <a:lnTo>
                        <a:pt x="2319" y="3218"/>
                      </a:lnTo>
                      <a:lnTo>
                        <a:pt x="2319" y="4872"/>
                      </a:lnTo>
                      <a:lnTo>
                        <a:pt x="1421" y="5734"/>
                      </a:lnTo>
                      <a:lnTo>
                        <a:pt x="1421" y="8610"/>
                      </a:lnTo>
                      <a:lnTo>
                        <a:pt x="899" y="8125"/>
                      </a:lnTo>
                      <a:lnTo>
                        <a:pt x="899" y="5168"/>
                      </a:lnTo>
                      <a:lnTo>
                        <a:pt x="935" y="5132"/>
                      </a:lnTo>
                      <a:cubicBezTo>
                        <a:pt x="935" y="5096"/>
                        <a:pt x="899" y="5060"/>
                        <a:pt x="863" y="5060"/>
                      </a:cubicBezTo>
                      <a:cubicBezTo>
                        <a:pt x="827" y="5060"/>
                        <a:pt x="782" y="5096"/>
                        <a:pt x="782" y="5132"/>
                      </a:cubicBezTo>
                      <a:cubicBezTo>
                        <a:pt x="782" y="5132"/>
                        <a:pt x="782" y="5168"/>
                        <a:pt x="827" y="5168"/>
                      </a:cubicBezTo>
                      <a:lnTo>
                        <a:pt x="827" y="6031"/>
                      </a:lnTo>
                      <a:lnTo>
                        <a:pt x="37" y="5321"/>
                      </a:lnTo>
                      <a:lnTo>
                        <a:pt x="37" y="4872"/>
                      </a:lnTo>
                      <a:lnTo>
                        <a:pt x="827" y="4117"/>
                      </a:lnTo>
                      <a:lnTo>
                        <a:pt x="863" y="4162"/>
                      </a:lnTo>
                      <a:cubicBezTo>
                        <a:pt x="899" y="4162"/>
                        <a:pt x="935" y="4117"/>
                        <a:pt x="935" y="4081"/>
                      </a:cubicBezTo>
                      <a:cubicBezTo>
                        <a:pt x="935" y="4045"/>
                        <a:pt x="899" y="4009"/>
                        <a:pt x="863" y="4009"/>
                      </a:cubicBezTo>
                      <a:cubicBezTo>
                        <a:pt x="827" y="4009"/>
                        <a:pt x="782" y="4045"/>
                        <a:pt x="782" y="4081"/>
                      </a:cubicBezTo>
                      <a:lnTo>
                        <a:pt x="1" y="4836"/>
                      </a:lnTo>
                      <a:lnTo>
                        <a:pt x="1" y="5357"/>
                      </a:lnTo>
                      <a:lnTo>
                        <a:pt x="827" y="6103"/>
                      </a:lnTo>
                      <a:lnTo>
                        <a:pt x="827" y="8125"/>
                      </a:lnTo>
                      <a:lnTo>
                        <a:pt x="1421" y="8691"/>
                      </a:lnTo>
                      <a:lnTo>
                        <a:pt x="1421" y="16330"/>
                      </a:lnTo>
                      <a:lnTo>
                        <a:pt x="1457" y="16330"/>
                      </a:lnTo>
                      <a:lnTo>
                        <a:pt x="1457" y="5734"/>
                      </a:lnTo>
                      <a:lnTo>
                        <a:pt x="2400" y="4872"/>
                      </a:lnTo>
                      <a:lnTo>
                        <a:pt x="2400" y="3263"/>
                      </a:lnTo>
                      <a:lnTo>
                        <a:pt x="2850" y="2849"/>
                      </a:lnTo>
                      <a:lnTo>
                        <a:pt x="2850" y="153"/>
                      </a:lnTo>
                      <a:cubicBezTo>
                        <a:pt x="2886" y="153"/>
                        <a:pt x="2886" y="117"/>
                        <a:pt x="2886" y="72"/>
                      </a:cubicBezTo>
                      <a:cubicBezTo>
                        <a:pt x="2886" y="36"/>
                        <a:pt x="2850" y="1"/>
                        <a:pt x="280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2" name="Google Shape;1182;p20"/>
                <p:cNvSpPr/>
                <p:nvPr/>
              </p:nvSpPr>
              <p:spPr>
                <a:xfrm>
                  <a:off x="6650874" y="3857378"/>
                  <a:ext cx="117166" cy="80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6517" extrusionOk="0">
                      <a:moveTo>
                        <a:pt x="82" y="1"/>
                      </a:moveTo>
                      <a:cubicBezTo>
                        <a:pt x="46" y="1"/>
                        <a:pt x="1" y="36"/>
                        <a:pt x="1" y="72"/>
                      </a:cubicBezTo>
                      <a:cubicBezTo>
                        <a:pt x="1" y="108"/>
                        <a:pt x="46" y="144"/>
                        <a:pt x="82" y="144"/>
                      </a:cubicBezTo>
                      <a:lnTo>
                        <a:pt x="118" y="144"/>
                      </a:lnTo>
                      <a:lnTo>
                        <a:pt x="900" y="863"/>
                      </a:lnTo>
                      <a:lnTo>
                        <a:pt x="900" y="1313"/>
                      </a:lnTo>
                      <a:lnTo>
                        <a:pt x="118" y="2023"/>
                      </a:lnTo>
                      <a:lnTo>
                        <a:pt x="118" y="1160"/>
                      </a:lnTo>
                      <a:cubicBezTo>
                        <a:pt x="154" y="1160"/>
                        <a:pt x="154" y="1160"/>
                        <a:pt x="154" y="1124"/>
                      </a:cubicBezTo>
                      <a:cubicBezTo>
                        <a:pt x="154" y="1088"/>
                        <a:pt x="118" y="1043"/>
                        <a:pt x="82" y="1043"/>
                      </a:cubicBezTo>
                      <a:cubicBezTo>
                        <a:pt x="46" y="1043"/>
                        <a:pt x="1" y="1088"/>
                        <a:pt x="1" y="1124"/>
                      </a:cubicBezTo>
                      <a:cubicBezTo>
                        <a:pt x="1" y="1160"/>
                        <a:pt x="1" y="1160"/>
                        <a:pt x="46" y="1160"/>
                      </a:cubicBezTo>
                      <a:lnTo>
                        <a:pt x="46" y="6516"/>
                      </a:lnTo>
                      <a:lnTo>
                        <a:pt x="118" y="6516"/>
                      </a:lnTo>
                      <a:lnTo>
                        <a:pt x="118" y="2095"/>
                      </a:lnTo>
                      <a:lnTo>
                        <a:pt x="945" y="1349"/>
                      </a:lnTo>
                      <a:lnTo>
                        <a:pt x="945" y="818"/>
                      </a:lnTo>
                      <a:lnTo>
                        <a:pt x="154" y="108"/>
                      </a:lnTo>
                      <a:lnTo>
                        <a:pt x="154" y="72"/>
                      </a:lnTo>
                      <a:cubicBezTo>
                        <a:pt x="154" y="36"/>
                        <a:pt x="118" y="1"/>
                        <a:pt x="8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3" name="Google Shape;1183;p20"/>
                <p:cNvSpPr/>
                <p:nvPr/>
              </p:nvSpPr>
              <p:spPr>
                <a:xfrm>
                  <a:off x="5369489" y="2728642"/>
                  <a:ext cx="134896" cy="1936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5621" extrusionOk="0">
                      <a:moveTo>
                        <a:pt x="81" y="1"/>
                      </a:moveTo>
                      <a:cubicBezTo>
                        <a:pt x="45" y="1"/>
                        <a:pt x="1" y="36"/>
                        <a:pt x="1" y="81"/>
                      </a:cubicBezTo>
                      <a:cubicBezTo>
                        <a:pt x="1" y="117"/>
                        <a:pt x="45" y="117"/>
                        <a:pt x="81" y="153"/>
                      </a:cubicBezTo>
                      <a:lnTo>
                        <a:pt x="81" y="3523"/>
                      </a:lnTo>
                      <a:lnTo>
                        <a:pt x="980" y="4386"/>
                      </a:lnTo>
                      <a:lnTo>
                        <a:pt x="980" y="12133"/>
                      </a:lnTo>
                      <a:lnTo>
                        <a:pt x="81" y="12996"/>
                      </a:lnTo>
                      <a:lnTo>
                        <a:pt x="81" y="15620"/>
                      </a:lnTo>
                      <a:lnTo>
                        <a:pt x="117" y="15620"/>
                      </a:lnTo>
                      <a:lnTo>
                        <a:pt x="117" y="15171"/>
                      </a:lnTo>
                      <a:lnTo>
                        <a:pt x="1052" y="14308"/>
                      </a:lnTo>
                      <a:lnTo>
                        <a:pt x="1052" y="13032"/>
                      </a:lnTo>
                      <a:cubicBezTo>
                        <a:pt x="1088" y="13032"/>
                        <a:pt x="1088" y="12996"/>
                        <a:pt x="1088" y="12960"/>
                      </a:cubicBezTo>
                      <a:cubicBezTo>
                        <a:pt x="1088" y="12924"/>
                        <a:pt x="1052" y="12888"/>
                        <a:pt x="1016" y="12888"/>
                      </a:cubicBezTo>
                      <a:cubicBezTo>
                        <a:pt x="980" y="12888"/>
                        <a:pt x="944" y="12924"/>
                        <a:pt x="944" y="12960"/>
                      </a:cubicBezTo>
                      <a:cubicBezTo>
                        <a:pt x="944" y="12996"/>
                        <a:pt x="980" y="13032"/>
                        <a:pt x="980" y="13032"/>
                      </a:cubicBezTo>
                      <a:lnTo>
                        <a:pt x="980" y="14308"/>
                      </a:lnTo>
                      <a:lnTo>
                        <a:pt x="117" y="15090"/>
                      </a:lnTo>
                      <a:lnTo>
                        <a:pt x="117" y="12996"/>
                      </a:lnTo>
                      <a:lnTo>
                        <a:pt x="1052" y="12133"/>
                      </a:lnTo>
                      <a:lnTo>
                        <a:pt x="1052" y="4350"/>
                      </a:lnTo>
                      <a:lnTo>
                        <a:pt x="117" y="3523"/>
                      </a:lnTo>
                      <a:lnTo>
                        <a:pt x="117" y="153"/>
                      </a:lnTo>
                      <a:cubicBezTo>
                        <a:pt x="153" y="117"/>
                        <a:pt x="189" y="117"/>
                        <a:pt x="189" y="81"/>
                      </a:cubicBezTo>
                      <a:cubicBezTo>
                        <a:pt x="189" y="36"/>
                        <a:pt x="153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0"/>
                <p:cNvSpPr/>
                <p:nvPr/>
              </p:nvSpPr>
              <p:spPr>
                <a:xfrm>
                  <a:off x="6256477" y="3304664"/>
                  <a:ext cx="283182" cy="136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10975" extrusionOk="0">
                      <a:moveTo>
                        <a:pt x="710" y="1"/>
                      </a:moveTo>
                      <a:cubicBezTo>
                        <a:pt x="638" y="1"/>
                        <a:pt x="638" y="1"/>
                        <a:pt x="638" y="37"/>
                      </a:cubicBezTo>
                      <a:cubicBezTo>
                        <a:pt x="638" y="109"/>
                        <a:pt x="638" y="109"/>
                        <a:pt x="710" y="109"/>
                      </a:cubicBezTo>
                      <a:lnTo>
                        <a:pt x="755" y="109"/>
                      </a:lnTo>
                      <a:lnTo>
                        <a:pt x="1609" y="936"/>
                      </a:lnTo>
                      <a:lnTo>
                        <a:pt x="1609" y="8422"/>
                      </a:lnTo>
                      <a:lnTo>
                        <a:pt x="117" y="9815"/>
                      </a:lnTo>
                      <a:lnTo>
                        <a:pt x="117" y="9321"/>
                      </a:lnTo>
                      <a:lnTo>
                        <a:pt x="1277" y="8242"/>
                      </a:lnTo>
                      <a:lnTo>
                        <a:pt x="1277" y="1277"/>
                      </a:lnTo>
                      <a:cubicBezTo>
                        <a:pt x="1313" y="1277"/>
                        <a:pt x="1348" y="1232"/>
                        <a:pt x="1348" y="1232"/>
                      </a:cubicBezTo>
                      <a:cubicBezTo>
                        <a:pt x="1348" y="1196"/>
                        <a:pt x="1313" y="1160"/>
                        <a:pt x="1277" y="1160"/>
                      </a:cubicBezTo>
                      <a:cubicBezTo>
                        <a:pt x="1205" y="1160"/>
                        <a:pt x="1160" y="1196"/>
                        <a:pt x="1160" y="1232"/>
                      </a:cubicBezTo>
                      <a:cubicBezTo>
                        <a:pt x="1160" y="1232"/>
                        <a:pt x="1205" y="1277"/>
                        <a:pt x="1241" y="1277"/>
                      </a:cubicBezTo>
                      <a:lnTo>
                        <a:pt x="1241" y="8242"/>
                      </a:lnTo>
                      <a:lnTo>
                        <a:pt x="117" y="9249"/>
                      </a:lnTo>
                      <a:lnTo>
                        <a:pt x="117" y="7523"/>
                      </a:lnTo>
                      <a:cubicBezTo>
                        <a:pt x="153" y="7487"/>
                        <a:pt x="153" y="7487"/>
                        <a:pt x="153" y="7451"/>
                      </a:cubicBezTo>
                      <a:cubicBezTo>
                        <a:pt x="153" y="7415"/>
                        <a:pt x="153" y="7379"/>
                        <a:pt x="81" y="7379"/>
                      </a:cubicBezTo>
                      <a:cubicBezTo>
                        <a:pt x="36" y="7379"/>
                        <a:pt x="0" y="7415"/>
                        <a:pt x="0" y="7451"/>
                      </a:cubicBezTo>
                      <a:cubicBezTo>
                        <a:pt x="0" y="7487"/>
                        <a:pt x="36" y="7487"/>
                        <a:pt x="81" y="7523"/>
                      </a:cubicBezTo>
                      <a:lnTo>
                        <a:pt x="81" y="10974"/>
                      </a:lnTo>
                      <a:lnTo>
                        <a:pt x="117" y="10974"/>
                      </a:lnTo>
                      <a:lnTo>
                        <a:pt x="117" y="9887"/>
                      </a:lnTo>
                      <a:lnTo>
                        <a:pt x="2247" y="7937"/>
                      </a:lnTo>
                      <a:lnTo>
                        <a:pt x="2247" y="5133"/>
                      </a:lnTo>
                      <a:cubicBezTo>
                        <a:pt x="2247" y="5133"/>
                        <a:pt x="2283" y="5097"/>
                        <a:pt x="2283" y="5052"/>
                      </a:cubicBezTo>
                      <a:cubicBezTo>
                        <a:pt x="2283" y="5016"/>
                        <a:pt x="2247" y="5016"/>
                        <a:pt x="2211" y="5016"/>
                      </a:cubicBezTo>
                      <a:cubicBezTo>
                        <a:pt x="2175" y="5016"/>
                        <a:pt x="2139" y="5016"/>
                        <a:pt x="2139" y="5052"/>
                      </a:cubicBezTo>
                      <a:cubicBezTo>
                        <a:pt x="2139" y="5097"/>
                        <a:pt x="2139" y="5133"/>
                        <a:pt x="2175" y="5133"/>
                      </a:cubicBezTo>
                      <a:lnTo>
                        <a:pt x="2175" y="7901"/>
                      </a:lnTo>
                      <a:lnTo>
                        <a:pt x="1690" y="8350"/>
                      </a:lnTo>
                      <a:lnTo>
                        <a:pt x="1690" y="936"/>
                      </a:lnTo>
                      <a:lnTo>
                        <a:pt x="791" y="73"/>
                      </a:lnTo>
                      <a:lnTo>
                        <a:pt x="791" y="37"/>
                      </a:lnTo>
                      <a:cubicBezTo>
                        <a:pt x="791" y="1"/>
                        <a:pt x="755" y="1"/>
                        <a:pt x="71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20"/>
                <p:cNvSpPr/>
                <p:nvPr/>
              </p:nvSpPr>
              <p:spPr>
                <a:xfrm>
                  <a:off x="6200808" y="3930900"/>
                  <a:ext cx="18970" cy="7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5924" extrusionOk="0">
                      <a:moveTo>
                        <a:pt x="81" y="1"/>
                      </a:moveTo>
                      <a:cubicBezTo>
                        <a:pt x="36" y="1"/>
                        <a:pt x="0" y="46"/>
                        <a:pt x="0" y="82"/>
                      </a:cubicBezTo>
                      <a:cubicBezTo>
                        <a:pt x="0" y="118"/>
                        <a:pt x="0" y="153"/>
                        <a:pt x="36" y="153"/>
                      </a:cubicBezTo>
                      <a:lnTo>
                        <a:pt x="36" y="5923"/>
                      </a:lnTo>
                      <a:lnTo>
                        <a:pt x="117" y="5923"/>
                      </a:lnTo>
                      <a:lnTo>
                        <a:pt x="117" y="153"/>
                      </a:lnTo>
                      <a:cubicBezTo>
                        <a:pt x="117" y="153"/>
                        <a:pt x="153" y="118"/>
                        <a:pt x="153" y="82"/>
                      </a:cubicBezTo>
                      <a:cubicBezTo>
                        <a:pt x="153" y="46"/>
                        <a:pt x="117" y="1"/>
                        <a:pt x="8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20"/>
                <p:cNvSpPr/>
                <p:nvPr/>
              </p:nvSpPr>
              <p:spPr>
                <a:xfrm>
                  <a:off x="4942732" y="3109764"/>
                  <a:ext cx="134896" cy="1555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2547" extrusionOk="0">
                      <a:moveTo>
                        <a:pt x="1016" y="0"/>
                      </a:moveTo>
                      <a:cubicBezTo>
                        <a:pt x="971" y="0"/>
                        <a:pt x="935" y="36"/>
                        <a:pt x="935" y="72"/>
                      </a:cubicBezTo>
                      <a:cubicBezTo>
                        <a:pt x="935" y="108"/>
                        <a:pt x="935" y="153"/>
                        <a:pt x="971" y="153"/>
                      </a:cubicBezTo>
                      <a:lnTo>
                        <a:pt x="971" y="6669"/>
                      </a:lnTo>
                      <a:lnTo>
                        <a:pt x="0" y="7567"/>
                      </a:lnTo>
                      <a:lnTo>
                        <a:pt x="0" y="12546"/>
                      </a:lnTo>
                      <a:lnTo>
                        <a:pt x="72" y="12546"/>
                      </a:lnTo>
                      <a:lnTo>
                        <a:pt x="72" y="7603"/>
                      </a:lnTo>
                      <a:lnTo>
                        <a:pt x="1052" y="6705"/>
                      </a:lnTo>
                      <a:lnTo>
                        <a:pt x="1052" y="153"/>
                      </a:lnTo>
                      <a:cubicBezTo>
                        <a:pt x="1088" y="153"/>
                        <a:pt x="1088" y="108"/>
                        <a:pt x="1088" y="72"/>
                      </a:cubicBezTo>
                      <a:cubicBezTo>
                        <a:pt x="1088" y="36"/>
                        <a:pt x="1052" y="0"/>
                        <a:pt x="10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0"/>
                <p:cNvSpPr/>
                <p:nvPr/>
              </p:nvSpPr>
              <p:spPr>
                <a:xfrm>
                  <a:off x="6772379" y="3309128"/>
                  <a:ext cx="129440" cy="1356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939" extrusionOk="0">
                      <a:moveTo>
                        <a:pt x="72" y="1"/>
                      </a:moveTo>
                      <a:cubicBezTo>
                        <a:pt x="36" y="1"/>
                        <a:pt x="1" y="37"/>
                        <a:pt x="1" y="73"/>
                      </a:cubicBezTo>
                      <a:cubicBezTo>
                        <a:pt x="1" y="118"/>
                        <a:pt x="36" y="118"/>
                        <a:pt x="36" y="154"/>
                      </a:cubicBezTo>
                      <a:lnTo>
                        <a:pt x="36" y="3524"/>
                      </a:lnTo>
                      <a:lnTo>
                        <a:pt x="971" y="4387"/>
                      </a:lnTo>
                      <a:lnTo>
                        <a:pt x="971" y="7451"/>
                      </a:lnTo>
                      <a:lnTo>
                        <a:pt x="36" y="8314"/>
                      </a:lnTo>
                      <a:lnTo>
                        <a:pt x="36" y="10938"/>
                      </a:lnTo>
                      <a:lnTo>
                        <a:pt x="108" y="10938"/>
                      </a:lnTo>
                      <a:lnTo>
                        <a:pt x="108" y="8314"/>
                      </a:lnTo>
                      <a:lnTo>
                        <a:pt x="1043" y="7451"/>
                      </a:lnTo>
                      <a:lnTo>
                        <a:pt x="1043" y="4342"/>
                      </a:lnTo>
                      <a:lnTo>
                        <a:pt x="108" y="3488"/>
                      </a:lnTo>
                      <a:lnTo>
                        <a:pt x="108" y="154"/>
                      </a:lnTo>
                      <a:cubicBezTo>
                        <a:pt x="144" y="118"/>
                        <a:pt x="144" y="118"/>
                        <a:pt x="144" y="73"/>
                      </a:cubicBezTo>
                      <a:cubicBezTo>
                        <a:pt x="144" y="37"/>
                        <a:pt x="108" y="1"/>
                        <a:pt x="7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88" name="Google Shape;1188;p20"/>
          <p:cNvGrpSpPr/>
          <p:nvPr/>
        </p:nvGrpSpPr>
        <p:grpSpPr>
          <a:xfrm>
            <a:off x="967271" y="614136"/>
            <a:ext cx="7097311" cy="4151288"/>
            <a:chOff x="967271" y="614136"/>
            <a:chExt cx="7097311" cy="4151288"/>
          </a:xfrm>
        </p:grpSpPr>
        <p:grpSp>
          <p:nvGrpSpPr>
            <p:cNvPr id="1189" name="Google Shape;1189;p20"/>
            <p:cNvGrpSpPr/>
            <p:nvPr/>
          </p:nvGrpSpPr>
          <p:grpSpPr>
            <a:xfrm>
              <a:off x="7931671" y="4566045"/>
              <a:ext cx="132911" cy="199379"/>
              <a:chOff x="2778349" y="5640986"/>
              <a:chExt cx="508847" cy="763610"/>
            </a:xfrm>
          </p:grpSpPr>
          <p:sp>
            <p:nvSpPr>
              <p:cNvPr id="1190" name="Google Shape;1190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2" name="Google Shape;1192;p20"/>
            <p:cNvGrpSpPr/>
            <p:nvPr/>
          </p:nvGrpSpPr>
          <p:grpSpPr>
            <a:xfrm>
              <a:off x="5914820" y="4329995"/>
              <a:ext cx="171685" cy="257566"/>
              <a:chOff x="2778349" y="5640986"/>
              <a:chExt cx="508847" cy="763610"/>
            </a:xfrm>
          </p:grpSpPr>
          <p:sp>
            <p:nvSpPr>
              <p:cNvPr id="1193" name="Google Shape;1193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5" name="Google Shape;1195;p20"/>
            <p:cNvGrpSpPr/>
            <p:nvPr/>
          </p:nvGrpSpPr>
          <p:grpSpPr>
            <a:xfrm>
              <a:off x="967271" y="4566045"/>
              <a:ext cx="132911" cy="199379"/>
              <a:chOff x="2778349" y="5640986"/>
              <a:chExt cx="508847" cy="763610"/>
            </a:xfrm>
          </p:grpSpPr>
          <p:sp>
            <p:nvSpPr>
              <p:cNvPr id="1196" name="Google Shape;1196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8" name="Google Shape;1198;p20"/>
            <p:cNvGrpSpPr/>
            <p:nvPr/>
          </p:nvGrpSpPr>
          <p:grpSpPr>
            <a:xfrm>
              <a:off x="7931671" y="614136"/>
              <a:ext cx="132911" cy="199379"/>
              <a:chOff x="2778349" y="5640986"/>
              <a:chExt cx="508847" cy="763610"/>
            </a:xfrm>
          </p:grpSpPr>
          <p:sp>
            <p:nvSpPr>
              <p:cNvPr id="1199" name="Google Shape;1199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1" name="Google Shape;1201;p20"/>
            <p:cNvGrpSpPr/>
            <p:nvPr/>
          </p:nvGrpSpPr>
          <p:grpSpPr>
            <a:xfrm>
              <a:off x="5914820" y="672410"/>
              <a:ext cx="171685" cy="257566"/>
              <a:chOff x="2778349" y="5640986"/>
              <a:chExt cx="508847" cy="763610"/>
            </a:xfrm>
          </p:grpSpPr>
          <p:sp>
            <p:nvSpPr>
              <p:cNvPr id="1202" name="Google Shape;1202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4" name="Google Shape;1204;p20"/>
            <p:cNvGrpSpPr/>
            <p:nvPr/>
          </p:nvGrpSpPr>
          <p:grpSpPr>
            <a:xfrm>
              <a:off x="967271" y="614136"/>
              <a:ext cx="132911" cy="199379"/>
              <a:chOff x="2778349" y="5640986"/>
              <a:chExt cx="508847" cy="763610"/>
            </a:xfrm>
          </p:grpSpPr>
          <p:sp>
            <p:nvSpPr>
              <p:cNvPr id="1205" name="Google Shape;1205;p20"/>
              <p:cNvSpPr/>
              <p:nvPr/>
            </p:nvSpPr>
            <p:spPr>
              <a:xfrm>
                <a:off x="2832095" y="5640986"/>
                <a:ext cx="401355" cy="310507"/>
              </a:xfrm>
              <a:custGeom>
                <a:avLst/>
                <a:gdLst/>
                <a:ahLst/>
                <a:cxnLst/>
                <a:rect l="l" t="t" r="r" b="b"/>
                <a:pathLst>
                  <a:path w="16059" h="12424" extrusionOk="0">
                    <a:moveTo>
                      <a:pt x="8075" y="1"/>
                    </a:moveTo>
                    <a:cubicBezTo>
                      <a:pt x="7989" y="1"/>
                      <a:pt x="7902" y="2"/>
                      <a:pt x="7816" y="5"/>
                    </a:cubicBezTo>
                    <a:cubicBezTo>
                      <a:pt x="3426" y="165"/>
                      <a:pt x="1" y="3805"/>
                      <a:pt x="1" y="8194"/>
                    </a:cubicBezTo>
                    <a:lnTo>
                      <a:pt x="1" y="12423"/>
                    </a:lnTo>
                    <a:lnTo>
                      <a:pt x="2980" y="12423"/>
                    </a:lnTo>
                    <a:lnTo>
                      <a:pt x="2980" y="8194"/>
                    </a:lnTo>
                    <a:cubicBezTo>
                      <a:pt x="2980" y="5398"/>
                      <a:pt x="5217" y="2983"/>
                      <a:pt x="7981" y="2983"/>
                    </a:cubicBezTo>
                    <a:cubicBezTo>
                      <a:pt x="8021" y="2983"/>
                      <a:pt x="8061" y="2983"/>
                      <a:pt x="8101" y="2984"/>
                    </a:cubicBezTo>
                    <a:cubicBezTo>
                      <a:pt x="10777" y="3056"/>
                      <a:pt x="12936" y="5143"/>
                      <a:pt x="13097" y="7748"/>
                    </a:cubicBezTo>
                    <a:cubicBezTo>
                      <a:pt x="13097" y="7891"/>
                      <a:pt x="13168" y="8034"/>
                      <a:pt x="13311" y="8034"/>
                    </a:cubicBezTo>
                    <a:lnTo>
                      <a:pt x="15773" y="8034"/>
                    </a:lnTo>
                    <a:cubicBezTo>
                      <a:pt x="15916" y="8034"/>
                      <a:pt x="16059" y="7891"/>
                      <a:pt x="16059" y="7748"/>
                    </a:cubicBezTo>
                    <a:cubicBezTo>
                      <a:pt x="15919" y="3446"/>
                      <a:pt x="12350" y="1"/>
                      <a:pt x="80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>
                <a:off x="2778349" y="5951507"/>
                <a:ext cx="508847" cy="453089"/>
              </a:xfrm>
              <a:custGeom>
                <a:avLst/>
                <a:gdLst/>
                <a:ahLst/>
                <a:cxnLst/>
                <a:rect l="l" t="t" r="r" b="b"/>
                <a:pathLst>
                  <a:path w="20360" h="18129" extrusionOk="0">
                    <a:moveTo>
                      <a:pt x="10171" y="5353"/>
                    </a:moveTo>
                    <a:cubicBezTo>
                      <a:pt x="11367" y="5353"/>
                      <a:pt x="12330" y="6316"/>
                      <a:pt x="12330" y="7423"/>
                    </a:cubicBezTo>
                    <a:cubicBezTo>
                      <a:pt x="12330" y="8243"/>
                      <a:pt x="11884" y="8921"/>
                      <a:pt x="11295" y="9296"/>
                    </a:cubicBezTo>
                    <a:lnTo>
                      <a:pt x="11295" y="11741"/>
                    </a:lnTo>
                    <a:cubicBezTo>
                      <a:pt x="11295" y="12329"/>
                      <a:pt x="10778" y="12775"/>
                      <a:pt x="10171" y="12775"/>
                    </a:cubicBezTo>
                    <a:cubicBezTo>
                      <a:pt x="9582" y="12775"/>
                      <a:pt x="9136" y="12329"/>
                      <a:pt x="9136" y="11741"/>
                    </a:cubicBezTo>
                    <a:lnTo>
                      <a:pt x="9136" y="9296"/>
                    </a:lnTo>
                    <a:cubicBezTo>
                      <a:pt x="8476" y="8921"/>
                      <a:pt x="8101" y="8243"/>
                      <a:pt x="8101" y="7423"/>
                    </a:cubicBezTo>
                    <a:cubicBezTo>
                      <a:pt x="8101" y="6316"/>
                      <a:pt x="8993" y="5353"/>
                      <a:pt x="10171" y="5353"/>
                    </a:cubicBezTo>
                    <a:close/>
                    <a:moveTo>
                      <a:pt x="1410" y="0"/>
                    </a:moveTo>
                    <a:cubicBezTo>
                      <a:pt x="590" y="0"/>
                      <a:pt x="1" y="589"/>
                      <a:pt x="1" y="1338"/>
                    </a:cubicBezTo>
                    <a:lnTo>
                      <a:pt x="1" y="16790"/>
                    </a:lnTo>
                    <a:cubicBezTo>
                      <a:pt x="1" y="17539"/>
                      <a:pt x="590" y="18128"/>
                      <a:pt x="1410" y="18128"/>
                    </a:cubicBezTo>
                    <a:lnTo>
                      <a:pt x="18950" y="18128"/>
                    </a:lnTo>
                    <a:cubicBezTo>
                      <a:pt x="19770" y="18128"/>
                      <a:pt x="20359" y="17539"/>
                      <a:pt x="20359" y="16790"/>
                    </a:cubicBezTo>
                    <a:lnTo>
                      <a:pt x="20359" y="1338"/>
                    </a:lnTo>
                    <a:cubicBezTo>
                      <a:pt x="20359" y="589"/>
                      <a:pt x="19770" y="0"/>
                      <a:pt x="1895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600" y="445025"/>
            <a:ext cx="7702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600" y="1152475"/>
            <a:ext cx="77028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6" r:id="rId5"/>
    <p:sldLayoutId id="2147483658" r:id="rId6"/>
    <p:sldLayoutId id="2147483659" r:id="rId7"/>
    <p:sldLayoutId id="2147483665" r:id="rId8"/>
    <p:sldLayoutId id="214748366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0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 /><Relationship Id="rId7" Type="http://schemas.microsoft.com/office/2007/relationships/diagramDrawing" Target="../diagrams/drawing2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Relationship Id="rId6" Type="http://schemas.openxmlformats.org/officeDocument/2006/relationships/diagramColors" Target="../diagrams/colors2.xml" /><Relationship Id="rId5" Type="http://schemas.openxmlformats.org/officeDocument/2006/relationships/diagramQuickStyle" Target="../diagrams/quickStyle2.xml" /><Relationship Id="rId4" Type="http://schemas.openxmlformats.org/officeDocument/2006/relationships/diagramLayout" Target="../diagrams/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6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24"/>
          <p:cNvGrpSpPr/>
          <p:nvPr/>
        </p:nvGrpSpPr>
        <p:grpSpPr>
          <a:xfrm>
            <a:off x="7461226" y="301"/>
            <a:ext cx="1682777" cy="5143232"/>
            <a:chOff x="7461226" y="301"/>
            <a:chExt cx="1682777" cy="5143232"/>
          </a:xfrm>
        </p:grpSpPr>
        <p:grpSp>
          <p:nvGrpSpPr>
            <p:cNvPr id="1218" name="Google Shape;1218;p24"/>
            <p:cNvGrpSpPr/>
            <p:nvPr/>
          </p:nvGrpSpPr>
          <p:grpSpPr>
            <a:xfrm rot="-5400000">
              <a:off x="5730999" y="1730529"/>
              <a:ext cx="5143232" cy="1682777"/>
              <a:chOff x="713356" y="2640614"/>
              <a:chExt cx="6188463" cy="2024758"/>
            </a:xfrm>
          </p:grpSpPr>
          <p:sp>
            <p:nvSpPr>
              <p:cNvPr id="1219" name="Google Shape;1219;p24"/>
              <p:cNvSpPr/>
              <p:nvPr/>
            </p:nvSpPr>
            <p:spPr>
              <a:xfrm>
                <a:off x="3169251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3094488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848254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959716" y="4391123"/>
                <a:ext cx="111587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3493472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3837778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499051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326340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276126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904047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549141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727988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842548" y="3857378"/>
                <a:ext cx="121629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517" extrusionOk="0">
                    <a:moveTo>
                      <a:pt x="899" y="1"/>
                    </a:moveTo>
                    <a:cubicBezTo>
                      <a:pt x="827" y="1"/>
                      <a:pt x="827" y="36"/>
                      <a:pt x="827" y="72"/>
                    </a:cubicBezTo>
                    <a:lnTo>
                      <a:pt x="827" y="108"/>
                    </a:lnTo>
                    <a:lnTo>
                      <a:pt x="1" y="818"/>
                    </a:lnTo>
                    <a:lnTo>
                      <a:pt x="1" y="1349"/>
                    </a:lnTo>
                    <a:lnTo>
                      <a:pt x="863" y="2095"/>
                    </a:lnTo>
                    <a:lnTo>
                      <a:pt x="863" y="6516"/>
                    </a:lnTo>
                    <a:lnTo>
                      <a:pt x="899" y="6516"/>
                    </a:lnTo>
                    <a:lnTo>
                      <a:pt x="899" y="1160"/>
                    </a:lnTo>
                    <a:cubicBezTo>
                      <a:pt x="935" y="1160"/>
                      <a:pt x="980" y="1160"/>
                      <a:pt x="980" y="1124"/>
                    </a:cubicBezTo>
                    <a:cubicBezTo>
                      <a:pt x="980" y="1088"/>
                      <a:pt x="935" y="1043"/>
                      <a:pt x="899" y="1043"/>
                    </a:cubicBezTo>
                    <a:cubicBezTo>
                      <a:pt x="827" y="1043"/>
                      <a:pt x="827" y="1088"/>
                      <a:pt x="827" y="1124"/>
                    </a:cubicBezTo>
                    <a:cubicBezTo>
                      <a:pt x="827" y="1160"/>
                      <a:pt x="827" y="1160"/>
                      <a:pt x="863" y="1160"/>
                    </a:cubicBezTo>
                    <a:lnTo>
                      <a:pt x="863" y="2023"/>
                    </a:lnTo>
                    <a:lnTo>
                      <a:pt x="82" y="1313"/>
                    </a:lnTo>
                    <a:lnTo>
                      <a:pt x="82" y="863"/>
                    </a:lnTo>
                    <a:lnTo>
                      <a:pt x="863" y="144"/>
                    </a:lnTo>
                    <a:lnTo>
                      <a:pt x="899" y="144"/>
                    </a:lnTo>
                    <a:cubicBezTo>
                      <a:pt x="935" y="144"/>
                      <a:pt x="980" y="108"/>
                      <a:pt x="980" y="72"/>
                    </a:cubicBezTo>
                    <a:cubicBezTo>
                      <a:pt x="980" y="36"/>
                      <a:pt x="935" y="1"/>
                      <a:pt x="8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838085" y="2640614"/>
                <a:ext cx="362284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6331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17"/>
                      <a:pt x="37" y="153"/>
                      <a:pt x="73" y="153"/>
                    </a:cubicBezTo>
                    <a:lnTo>
                      <a:pt x="73" y="2849"/>
                    </a:lnTo>
                    <a:lnTo>
                      <a:pt x="522" y="3263"/>
                    </a:lnTo>
                    <a:lnTo>
                      <a:pt x="522" y="4872"/>
                    </a:lnTo>
                    <a:lnTo>
                      <a:pt x="1421" y="5734"/>
                    </a:lnTo>
                    <a:lnTo>
                      <a:pt x="1421" y="16330"/>
                    </a:lnTo>
                    <a:lnTo>
                      <a:pt x="1502" y="16330"/>
                    </a:lnTo>
                    <a:lnTo>
                      <a:pt x="1502" y="8691"/>
                    </a:lnTo>
                    <a:lnTo>
                      <a:pt x="2095" y="8125"/>
                    </a:lnTo>
                    <a:lnTo>
                      <a:pt x="2095" y="6103"/>
                    </a:lnTo>
                    <a:lnTo>
                      <a:pt x="2922" y="5357"/>
                    </a:lnTo>
                    <a:lnTo>
                      <a:pt x="2922" y="4836"/>
                    </a:lnTo>
                    <a:lnTo>
                      <a:pt x="2140" y="4081"/>
                    </a:lnTo>
                    <a:cubicBezTo>
                      <a:pt x="2140" y="4045"/>
                      <a:pt x="2095" y="4009"/>
                      <a:pt x="2059" y="4009"/>
                    </a:cubicBezTo>
                    <a:cubicBezTo>
                      <a:pt x="2023" y="4009"/>
                      <a:pt x="1987" y="4045"/>
                      <a:pt x="1987" y="4081"/>
                    </a:cubicBezTo>
                    <a:cubicBezTo>
                      <a:pt x="1987" y="4117"/>
                      <a:pt x="2023" y="4162"/>
                      <a:pt x="2059" y="4162"/>
                    </a:cubicBezTo>
                    <a:lnTo>
                      <a:pt x="2095" y="4117"/>
                    </a:lnTo>
                    <a:lnTo>
                      <a:pt x="2850" y="4872"/>
                    </a:lnTo>
                    <a:lnTo>
                      <a:pt x="2850" y="5321"/>
                    </a:lnTo>
                    <a:lnTo>
                      <a:pt x="2095" y="6031"/>
                    </a:lnTo>
                    <a:lnTo>
                      <a:pt x="2095" y="5168"/>
                    </a:lnTo>
                    <a:lnTo>
                      <a:pt x="2140" y="5132"/>
                    </a:lnTo>
                    <a:cubicBezTo>
                      <a:pt x="2140" y="5096"/>
                      <a:pt x="2095" y="5060"/>
                      <a:pt x="2059" y="5060"/>
                    </a:cubicBezTo>
                    <a:cubicBezTo>
                      <a:pt x="2023" y="5060"/>
                      <a:pt x="1987" y="5096"/>
                      <a:pt x="1987" y="5132"/>
                    </a:cubicBezTo>
                    <a:cubicBezTo>
                      <a:pt x="1987" y="5132"/>
                      <a:pt x="1987" y="5168"/>
                      <a:pt x="2023" y="5168"/>
                    </a:cubicBezTo>
                    <a:lnTo>
                      <a:pt x="2023" y="8125"/>
                    </a:lnTo>
                    <a:lnTo>
                      <a:pt x="1502" y="8610"/>
                    </a:lnTo>
                    <a:lnTo>
                      <a:pt x="1502" y="5734"/>
                    </a:lnTo>
                    <a:lnTo>
                      <a:pt x="567" y="4872"/>
                    </a:lnTo>
                    <a:lnTo>
                      <a:pt x="567" y="3218"/>
                    </a:lnTo>
                    <a:lnTo>
                      <a:pt x="118" y="2814"/>
                    </a:lnTo>
                    <a:lnTo>
                      <a:pt x="118" y="153"/>
                    </a:lnTo>
                    <a:cubicBezTo>
                      <a:pt x="153" y="153"/>
                      <a:pt x="189" y="117"/>
                      <a:pt x="189" y="72"/>
                    </a:cubicBezTo>
                    <a:cubicBezTo>
                      <a:pt x="189" y="36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713356" y="3309128"/>
                <a:ext cx="129316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939" extrusionOk="0">
                    <a:moveTo>
                      <a:pt x="935" y="1"/>
                    </a:moveTo>
                    <a:cubicBezTo>
                      <a:pt x="899" y="1"/>
                      <a:pt x="854" y="37"/>
                      <a:pt x="854" y="73"/>
                    </a:cubicBezTo>
                    <a:cubicBezTo>
                      <a:pt x="854" y="118"/>
                      <a:pt x="899" y="118"/>
                      <a:pt x="935" y="154"/>
                    </a:cubicBezTo>
                    <a:lnTo>
                      <a:pt x="935" y="3488"/>
                    </a:lnTo>
                    <a:lnTo>
                      <a:pt x="0" y="4342"/>
                    </a:lnTo>
                    <a:lnTo>
                      <a:pt x="0" y="7451"/>
                    </a:lnTo>
                    <a:lnTo>
                      <a:pt x="935" y="8314"/>
                    </a:lnTo>
                    <a:lnTo>
                      <a:pt x="935" y="10938"/>
                    </a:lnTo>
                    <a:lnTo>
                      <a:pt x="971" y="10938"/>
                    </a:lnTo>
                    <a:lnTo>
                      <a:pt x="971" y="8314"/>
                    </a:lnTo>
                    <a:lnTo>
                      <a:pt x="36" y="7451"/>
                    </a:lnTo>
                    <a:lnTo>
                      <a:pt x="36" y="4387"/>
                    </a:lnTo>
                    <a:lnTo>
                      <a:pt x="971" y="3524"/>
                    </a:lnTo>
                    <a:lnTo>
                      <a:pt x="971" y="154"/>
                    </a:lnTo>
                    <a:cubicBezTo>
                      <a:pt x="1007" y="118"/>
                      <a:pt x="1043" y="118"/>
                      <a:pt x="1043" y="73"/>
                    </a:cubicBezTo>
                    <a:cubicBezTo>
                      <a:pt x="1043" y="37"/>
                      <a:pt x="1007" y="1"/>
                      <a:pt x="93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754519" y="4024507"/>
                <a:ext cx="135020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5169" extrusionOk="0">
                    <a:moveTo>
                      <a:pt x="73" y="1"/>
                    </a:moveTo>
                    <a:cubicBezTo>
                      <a:pt x="37" y="1"/>
                      <a:pt x="1" y="37"/>
                      <a:pt x="1" y="73"/>
                    </a:cubicBezTo>
                    <a:cubicBezTo>
                      <a:pt x="1" y="108"/>
                      <a:pt x="37" y="144"/>
                      <a:pt x="73" y="144"/>
                    </a:cubicBezTo>
                    <a:lnTo>
                      <a:pt x="117" y="108"/>
                    </a:lnTo>
                    <a:lnTo>
                      <a:pt x="1016" y="935"/>
                    </a:lnTo>
                    <a:lnTo>
                      <a:pt x="1016" y="5168"/>
                    </a:lnTo>
                    <a:lnTo>
                      <a:pt x="1088" y="5168"/>
                    </a:lnTo>
                    <a:lnTo>
                      <a:pt x="1088" y="935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412570" y="3253460"/>
                <a:ext cx="189573" cy="1411913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1388" extrusionOk="0">
                    <a:moveTo>
                      <a:pt x="747" y="0"/>
                    </a:moveTo>
                    <a:cubicBezTo>
                      <a:pt x="711" y="0"/>
                      <a:pt x="675" y="36"/>
                      <a:pt x="675" y="72"/>
                    </a:cubicBezTo>
                    <a:cubicBezTo>
                      <a:pt x="675" y="72"/>
                      <a:pt x="711" y="117"/>
                      <a:pt x="711" y="153"/>
                    </a:cubicBezTo>
                    <a:lnTo>
                      <a:pt x="711" y="8988"/>
                    </a:lnTo>
                    <a:lnTo>
                      <a:pt x="1421" y="9590"/>
                    </a:lnTo>
                    <a:lnTo>
                      <a:pt x="1421" y="10408"/>
                    </a:lnTo>
                    <a:lnTo>
                      <a:pt x="109" y="9248"/>
                    </a:lnTo>
                    <a:lnTo>
                      <a:pt x="109" y="5653"/>
                    </a:lnTo>
                    <a:cubicBezTo>
                      <a:pt x="145" y="5653"/>
                      <a:pt x="145" y="5617"/>
                      <a:pt x="145" y="5582"/>
                    </a:cubicBezTo>
                    <a:cubicBezTo>
                      <a:pt x="145" y="5546"/>
                      <a:pt x="109" y="5510"/>
                      <a:pt x="73" y="5510"/>
                    </a:cubicBezTo>
                    <a:cubicBezTo>
                      <a:pt x="37" y="5510"/>
                      <a:pt x="1" y="5546"/>
                      <a:pt x="1" y="5582"/>
                    </a:cubicBezTo>
                    <a:cubicBezTo>
                      <a:pt x="1" y="5617"/>
                      <a:pt x="37" y="5653"/>
                      <a:pt x="37" y="5653"/>
                    </a:cubicBezTo>
                    <a:lnTo>
                      <a:pt x="37" y="9248"/>
                    </a:lnTo>
                    <a:lnTo>
                      <a:pt x="1421" y="10489"/>
                    </a:lnTo>
                    <a:lnTo>
                      <a:pt x="1421" y="11387"/>
                    </a:lnTo>
                    <a:lnTo>
                      <a:pt x="1457" y="11387"/>
                    </a:lnTo>
                    <a:lnTo>
                      <a:pt x="1457" y="2472"/>
                    </a:lnTo>
                    <a:cubicBezTo>
                      <a:pt x="1493" y="2472"/>
                      <a:pt x="1529" y="2436"/>
                      <a:pt x="1529" y="2400"/>
                    </a:cubicBezTo>
                    <a:cubicBezTo>
                      <a:pt x="1529" y="2364"/>
                      <a:pt x="1493" y="2319"/>
                      <a:pt x="1457" y="2319"/>
                    </a:cubicBezTo>
                    <a:cubicBezTo>
                      <a:pt x="1385" y="2319"/>
                      <a:pt x="1349" y="2364"/>
                      <a:pt x="1349" y="2400"/>
                    </a:cubicBezTo>
                    <a:cubicBezTo>
                      <a:pt x="1349" y="2436"/>
                      <a:pt x="1385" y="2472"/>
                      <a:pt x="1421" y="2472"/>
                    </a:cubicBezTo>
                    <a:lnTo>
                      <a:pt x="1421" y="9509"/>
                    </a:lnTo>
                    <a:lnTo>
                      <a:pt x="783" y="8952"/>
                    </a:lnTo>
                    <a:lnTo>
                      <a:pt x="783" y="153"/>
                    </a:lnTo>
                    <a:cubicBezTo>
                      <a:pt x="819" y="117"/>
                      <a:pt x="854" y="117"/>
                      <a:pt x="854" y="72"/>
                    </a:cubicBezTo>
                    <a:cubicBezTo>
                      <a:pt x="854" y="36"/>
                      <a:pt x="819" y="0"/>
                      <a:pt x="7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667732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571025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1947999" y="3949869"/>
                <a:ext cx="180522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54874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1947999" y="4219531"/>
                <a:ext cx="18970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1887742" y="4391123"/>
                <a:ext cx="17978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157691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1075392" y="3304664"/>
                <a:ext cx="278718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10975" extrusionOk="0">
                    <a:moveTo>
                      <a:pt x="1574" y="1"/>
                    </a:moveTo>
                    <a:cubicBezTo>
                      <a:pt x="1529" y="1"/>
                      <a:pt x="1493" y="1"/>
                      <a:pt x="1493" y="37"/>
                    </a:cubicBezTo>
                    <a:lnTo>
                      <a:pt x="1493" y="73"/>
                    </a:lnTo>
                    <a:lnTo>
                      <a:pt x="594" y="936"/>
                    </a:lnTo>
                    <a:lnTo>
                      <a:pt x="594" y="8350"/>
                    </a:lnTo>
                    <a:lnTo>
                      <a:pt x="73" y="7901"/>
                    </a:lnTo>
                    <a:lnTo>
                      <a:pt x="73" y="5133"/>
                    </a:lnTo>
                    <a:cubicBezTo>
                      <a:pt x="109" y="5133"/>
                      <a:pt x="145" y="5097"/>
                      <a:pt x="145" y="5052"/>
                    </a:cubicBezTo>
                    <a:cubicBezTo>
                      <a:pt x="145" y="5016"/>
                      <a:pt x="109" y="5016"/>
                      <a:pt x="73" y="5016"/>
                    </a:cubicBezTo>
                    <a:cubicBezTo>
                      <a:pt x="37" y="5016"/>
                      <a:pt x="1" y="5016"/>
                      <a:pt x="1" y="5052"/>
                    </a:cubicBezTo>
                    <a:cubicBezTo>
                      <a:pt x="1" y="5097"/>
                      <a:pt x="1" y="5133"/>
                      <a:pt x="37" y="5133"/>
                    </a:cubicBezTo>
                    <a:lnTo>
                      <a:pt x="37" y="7937"/>
                    </a:lnTo>
                    <a:lnTo>
                      <a:pt x="2167" y="9887"/>
                    </a:lnTo>
                    <a:lnTo>
                      <a:pt x="2167" y="10974"/>
                    </a:lnTo>
                    <a:lnTo>
                      <a:pt x="2203" y="10974"/>
                    </a:lnTo>
                    <a:lnTo>
                      <a:pt x="2203" y="7523"/>
                    </a:lnTo>
                    <a:cubicBezTo>
                      <a:pt x="2248" y="7487"/>
                      <a:pt x="2248" y="7487"/>
                      <a:pt x="2248" y="7451"/>
                    </a:cubicBezTo>
                    <a:cubicBezTo>
                      <a:pt x="2248" y="7415"/>
                      <a:pt x="2203" y="7379"/>
                      <a:pt x="2167" y="7379"/>
                    </a:cubicBezTo>
                    <a:cubicBezTo>
                      <a:pt x="2131" y="7379"/>
                      <a:pt x="2095" y="7415"/>
                      <a:pt x="2095" y="7451"/>
                    </a:cubicBezTo>
                    <a:cubicBezTo>
                      <a:pt x="2095" y="7487"/>
                      <a:pt x="2131" y="7487"/>
                      <a:pt x="2167" y="7523"/>
                    </a:cubicBezTo>
                    <a:lnTo>
                      <a:pt x="2167" y="9249"/>
                    </a:lnTo>
                    <a:lnTo>
                      <a:pt x="1044" y="8242"/>
                    </a:lnTo>
                    <a:lnTo>
                      <a:pt x="1044" y="1277"/>
                    </a:lnTo>
                    <a:cubicBezTo>
                      <a:pt x="1079" y="1277"/>
                      <a:pt x="1079" y="1232"/>
                      <a:pt x="1079" y="1232"/>
                    </a:cubicBezTo>
                    <a:cubicBezTo>
                      <a:pt x="1079" y="1196"/>
                      <a:pt x="1044" y="1160"/>
                      <a:pt x="1008" y="1160"/>
                    </a:cubicBezTo>
                    <a:cubicBezTo>
                      <a:pt x="972" y="1160"/>
                      <a:pt x="936" y="1196"/>
                      <a:pt x="936" y="1232"/>
                    </a:cubicBezTo>
                    <a:lnTo>
                      <a:pt x="972" y="1277"/>
                    </a:lnTo>
                    <a:lnTo>
                      <a:pt x="972" y="8242"/>
                    </a:lnTo>
                    <a:lnTo>
                      <a:pt x="2167" y="9321"/>
                    </a:lnTo>
                    <a:lnTo>
                      <a:pt x="2167" y="9815"/>
                    </a:lnTo>
                    <a:lnTo>
                      <a:pt x="630" y="8422"/>
                    </a:lnTo>
                    <a:lnTo>
                      <a:pt x="630" y="936"/>
                    </a:lnTo>
                    <a:lnTo>
                      <a:pt x="1529" y="109"/>
                    </a:lnTo>
                    <a:lnTo>
                      <a:pt x="1574" y="109"/>
                    </a:lnTo>
                    <a:cubicBezTo>
                      <a:pt x="1610" y="109"/>
                      <a:pt x="1646" y="109"/>
                      <a:pt x="1646" y="37"/>
                    </a:cubicBezTo>
                    <a:cubicBezTo>
                      <a:pt x="1646" y="1"/>
                      <a:pt x="1610" y="1"/>
                      <a:pt x="15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1395274" y="3930900"/>
                <a:ext cx="19094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24" extrusionOk="0">
                    <a:moveTo>
                      <a:pt x="72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72" y="5923"/>
                    </a:lnTo>
                    <a:lnTo>
                      <a:pt x="72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412570" y="4543745"/>
                <a:ext cx="17978" cy="12162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981" extrusionOk="0">
                    <a:moveTo>
                      <a:pt x="73" y="1"/>
                    </a:moveTo>
                    <a:cubicBezTo>
                      <a:pt x="37" y="1"/>
                      <a:pt x="1" y="46"/>
                      <a:pt x="1" y="82"/>
                    </a:cubicBezTo>
                    <a:cubicBezTo>
                      <a:pt x="1" y="117"/>
                      <a:pt x="37" y="153"/>
                      <a:pt x="37" y="153"/>
                    </a:cubicBezTo>
                    <a:lnTo>
                      <a:pt x="37" y="980"/>
                    </a:lnTo>
                    <a:lnTo>
                      <a:pt x="109" y="980"/>
                    </a:lnTo>
                    <a:lnTo>
                      <a:pt x="109" y="153"/>
                    </a:lnTo>
                    <a:cubicBezTo>
                      <a:pt x="145" y="153"/>
                      <a:pt x="145" y="117"/>
                      <a:pt x="145" y="82"/>
                    </a:cubicBezTo>
                    <a:cubicBezTo>
                      <a:pt x="145" y="4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24543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854" y="0"/>
                    </a:moveTo>
                    <a:cubicBezTo>
                      <a:pt x="818" y="0"/>
                      <a:pt x="783" y="36"/>
                      <a:pt x="783" y="72"/>
                    </a:cubicBezTo>
                    <a:lnTo>
                      <a:pt x="783" y="108"/>
                    </a:lnTo>
                    <a:lnTo>
                      <a:pt x="1" y="827"/>
                    </a:lnTo>
                    <a:lnTo>
                      <a:pt x="1" y="1348"/>
                    </a:lnTo>
                    <a:lnTo>
                      <a:pt x="854" y="2130"/>
                    </a:lnTo>
                    <a:lnTo>
                      <a:pt x="854" y="11198"/>
                    </a:lnTo>
                    <a:lnTo>
                      <a:pt x="899" y="11198"/>
                    </a:lnTo>
                    <a:lnTo>
                      <a:pt x="899" y="2094"/>
                    </a:lnTo>
                    <a:lnTo>
                      <a:pt x="73" y="1312"/>
                    </a:lnTo>
                    <a:lnTo>
                      <a:pt x="73" y="863"/>
                    </a:lnTo>
                    <a:lnTo>
                      <a:pt x="854" y="153"/>
                    </a:lnTo>
                    <a:cubicBezTo>
                      <a:pt x="899" y="153"/>
                      <a:pt x="935" y="108"/>
                      <a:pt x="935" y="72"/>
                    </a:cubicBezTo>
                    <a:cubicBezTo>
                      <a:pt x="935" y="36"/>
                      <a:pt x="899" y="0"/>
                      <a:pt x="8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156293" y="3444021"/>
                <a:ext cx="13055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3786572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106204" y="2728642"/>
                <a:ext cx="133780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4260071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4496262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3214877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1399737" y="3304664"/>
                <a:ext cx="274255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0975" extrusionOk="0">
                    <a:moveTo>
                      <a:pt x="81" y="1"/>
                    </a:moveTo>
                    <a:cubicBezTo>
                      <a:pt x="36" y="1"/>
                      <a:pt x="0" y="37"/>
                      <a:pt x="0" y="73"/>
                    </a:cubicBezTo>
                    <a:cubicBezTo>
                      <a:pt x="0" y="109"/>
                      <a:pt x="36" y="154"/>
                      <a:pt x="81" y="154"/>
                    </a:cubicBezTo>
                    <a:lnTo>
                      <a:pt x="81" y="1457"/>
                    </a:lnTo>
                    <a:lnTo>
                      <a:pt x="1016" y="2320"/>
                    </a:lnTo>
                    <a:lnTo>
                      <a:pt x="1016" y="9923"/>
                    </a:lnTo>
                    <a:lnTo>
                      <a:pt x="2139" y="10974"/>
                    </a:lnTo>
                    <a:lnTo>
                      <a:pt x="2211" y="10974"/>
                    </a:lnTo>
                    <a:lnTo>
                      <a:pt x="1052" y="9923"/>
                    </a:lnTo>
                    <a:lnTo>
                      <a:pt x="1052" y="2320"/>
                    </a:lnTo>
                    <a:lnTo>
                      <a:pt x="153" y="1457"/>
                    </a:lnTo>
                    <a:lnTo>
                      <a:pt x="153" y="154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4101866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4046197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788121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1348407" y="2812206"/>
                <a:ext cx="269791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4947" extrusionOk="0">
                    <a:moveTo>
                      <a:pt x="82" y="1"/>
                    </a:moveTo>
                    <a:cubicBezTo>
                      <a:pt x="46" y="1"/>
                      <a:pt x="1" y="37"/>
                      <a:pt x="1" y="81"/>
                    </a:cubicBezTo>
                    <a:cubicBezTo>
                      <a:pt x="1" y="117"/>
                      <a:pt x="1" y="153"/>
                      <a:pt x="46" y="153"/>
                    </a:cubicBezTo>
                    <a:lnTo>
                      <a:pt x="46" y="5653"/>
                    </a:lnTo>
                    <a:lnTo>
                      <a:pt x="980" y="6480"/>
                    </a:lnTo>
                    <a:lnTo>
                      <a:pt x="980" y="13895"/>
                    </a:lnTo>
                    <a:lnTo>
                      <a:pt x="2104" y="14946"/>
                    </a:lnTo>
                    <a:lnTo>
                      <a:pt x="2176" y="14946"/>
                    </a:lnTo>
                    <a:lnTo>
                      <a:pt x="1052" y="13859"/>
                    </a:lnTo>
                    <a:lnTo>
                      <a:pt x="1052" y="6480"/>
                    </a:lnTo>
                    <a:lnTo>
                      <a:pt x="118" y="5618"/>
                    </a:lnTo>
                    <a:lnTo>
                      <a:pt x="118" y="153"/>
                    </a:lnTo>
                    <a:cubicBezTo>
                      <a:pt x="154" y="153"/>
                      <a:pt x="154" y="117"/>
                      <a:pt x="154" y="81"/>
                    </a:cubicBezTo>
                    <a:cubicBezTo>
                      <a:pt x="154" y="37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4617768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5323862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5002865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5114328" y="4391123"/>
                <a:ext cx="111586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5648083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5992389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565366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5480951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5430737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5703752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4882600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4822343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6725637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5941183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6414682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6650874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5369489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6256477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6200808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4942732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6772379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9" name="Google Shape;1279;p24"/>
            <p:cNvGrpSpPr/>
            <p:nvPr/>
          </p:nvGrpSpPr>
          <p:grpSpPr>
            <a:xfrm>
              <a:off x="7512277" y="198770"/>
              <a:ext cx="1333992" cy="4753836"/>
              <a:chOff x="7512277" y="198770"/>
              <a:chExt cx="1333992" cy="4753836"/>
            </a:xfrm>
          </p:grpSpPr>
          <p:grpSp>
            <p:nvGrpSpPr>
              <p:cNvPr id="1280" name="Google Shape;1280;p24"/>
              <p:cNvGrpSpPr/>
              <p:nvPr/>
            </p:nvGrpSpPr>
            <p:grpSpPr>
              <a:xfrm>
                <a:off x="8713358" y="13376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281" name="Google Shape;1281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3" name="Google Shape;1283;p24"/>
              <p:cNvGrpSpPr/>
              <p:nvPr/>
            </p:nvGrpSpPr>
            <p:grpSpPr>
              <a:xfrm>
                <a:off x="7512277" y="4676943"/>
                <a:ext cx="183745" cy="275663"/>
                <a:chOff x="2778349" y="5640986"/>
                <a:chExt cx="508847" cy="763610"/>
              </a:xfrm>
            </p:grpSpPr>
            <p:sp>
              <p:nvSpPr>
                <p:cNvPr id="1284" name="Google Shape;1284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6" name="Google Shape;1286;p24"/>
              <p:cNvGrpSpPr/>
              <p:nvPr/>
            </p:nvGrpSpPr>
            <p:grpSpPr>
              <a:xfrm>
                <a:off x="7518171" y="1987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287" name="Google Shape;1287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" name="Google Shape;1405;p28">
            <a:extLst>
              <a:ext uri="{FF2B5EF4-FFF2-40B4-BE49-F238E27FC236}">
                <a16:creationId xmlns:a16="http://schemas.microsoft.com/office/drawing/2014/main" id="{5723D265-EF64-5980-72A0-D7C94DB87536}"/>
              </a:ext>
            </a:extLst>
          </p:cNvPr>
          <p:cNvSpPr txBox="1">
            <a:spLocks/>
          </p:cNvSpPr>
          <p:nvPr/>
        </p:nvSpPr>
        <p:spPr>
          <a:xfrm>
            <a:off x="573365" y="533120"/>
            <a:ext cx="5274015" cy="129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5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ldrich"/>
              <a:buNone/>
              <a:defRPr sz="8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ru-RU" sz="2400" b="0" dirty="0">
                <a:latin typeface="Bahnschrift" panose="020B0502040204020203" pitchFamily="34" charset="0"/>
              </a:rPr>
              <a:t>АЗЕРБАЙДЖАНСКИЙ ГОСУДАРСТВЕННЫЙ УНИВЕРСИТЕТ НЕФТИ И ПРОМЫШЛЕННОСТИ</a:t>
            </a:r>
          </a:p>
        </p:txBody>
      </p:sp>
      <p:sp>
        <p:nvSpPr>
          <p:cNvPr id="7" name="Google Shape;1406;p28">
            <a:extLst>
              <a:ext uri="{FF2B5EF4-FFF2-40B4-BE49-F238E27FC236}">
                <a16:creationId xmlns:a16="http://schemas.microsoft.com/office/drawing/2014/main" id="{0B2B8E93-5E16-10BB-27C6-E4BC2E36C3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3364" y="2379761"/>
            <a:ext cx="7277771" cy="1587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Bahnschrift" panose="020B0502040204020203" pitchFamily="34" charset="0"/>
              </a:rPr>
              <a:t>ФАКУЛЬТЕТ:</a:t>
            </a:r>
            <a:r>
              <a:rPr lang="ru-RU" sz="1800" dirty="0"/>
              <a:t> </a:t>
            </a:r>
            <a:r>
              <a:rPr lang="ru-RU" sz="1800" dirty="0">
                <a:latin typeface="Bahnschrift Light" panose="020B0502040204020203" pitchFamily="34" charset="0"/>
              </a:rPr>
              <a:t>ИНФОРМАЦИОННЫЕ ТЕХНОЛОГИИ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Bahnschrift" panose="020B0502040204020203" pitchFamily="34" charset="0"/>
              </a:rPr>
              <a:t>ПРЕДМЕТ:</a:t>
            </a:r>
            <a:r>
              <a:rPr lang="ru-RU" sz="1800" dirty="0"/>
              <a:t> </a:t>
            </a:r>
            <a:r>
              <a:rPr lang="ru-RU" sz="1800" dirty="0">
                <a:latin typeface="Bahnschrift Light" panose="020B0502040204020203" pitchFamily="34" charset="0"/>
              </a:rPr>
              <a:t>ВЕБ-СИСТЕМЫ И ТЕХНОЛОГИИ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Bahnschrift" panose="020B0502040204020203" pitchFamily="34" charset="0"/>
              </a:rPr>
              <a:t>ПРЕПОДАВАТЕЛЬ:</a:t>
            </a:r>
            <a:r>
              <a:rPr lang="ru-RU" sz="1800" dirty="0"/>
              <a:t> </a:t>
            </a:r>
            <a:r>
              <a:rPr lang="ru-RU" sz="1800" dirty="0">
                <a:latin typeface="Bahnschrift Light" panose="020B0502040204020203" pitchFamily="34" charset="0"/>
              </a:rPr>
              <a:t>ХАЛИЛОВ МАТЛАБ</a:t>
            </a:r>
            <a:endParaRPr lang="az-Latn-AZ" sz="1800" dirty="0">
              <a:latin typeface="Bahnschrift Light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Bahnschrift" panose="020B0502040204020203" pitchFamily="34" charset="0"/>
              </a:rPr>
              <a:t>ГРУППА:</a:t>
            </a:r>
            <a:r>
              <a:rPr lang="ru-RU" sz="1800" dirty="0"/>
              <a:t> </a:t>
            </a:r>
            <a:r>
              <a:rPr lang="ru-RU" sz="1800" dirty="0">
                <a:latin typeface="Bahnschrift Light" panose="020B0502040204020203" pitchFamily="34" charset="0"/>
              </a:rPr>
              <a:t>680.23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Bahnschrift" panose="020B0502040204020203" pitchFamily="34" charset="0"/>
              </a:rPr>
              <a:t>СТУДЕНТ:</a:t>
            </a:r>
            <a:r>
              <a:rPr lang="ru-RU" sz="1800" dirty="0"/>
              <a:t> </a:t>
            </a:r>
            <a:r>
              <a:rPr lang="ru-RU" sz="1800" dirty="0">
                <a:latin typeface="Bahnschrift Light" panose="020B0502040204020203" pitchFamily="34" charset="0"/>
              </a:rPr>
              <a:t>АГАЕВ ЭМИЛЬ</a:t>
            </a:r>
            <a:endParaRPr sz="1800" dirty="0">
              <a:latin typeface="Bahnschrift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944ED-570F-E562-E568-DCBFDA72AD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0255" y="790460"/>
            <a:ext cx="1703601" cy="52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4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24"/>
          <p:cNvGrpSpPr/>
          <p:nvPr/>
        </p:nvGrpSpPr>
        <p:grpSpPr>
          <a:xfrm>
            <a:off x="7461226" y="301"/>
            <a:ext cx="1682777" cy="5143232"/>
            <a:chOff x="7461226" y="301"/>
            <a:chExt cx="1682777" cy="5143232"/>
          </a:xfrm>
        </p:grpSpPr>
        <p:grpSp>
          <p:nvGrpSpPr>
            <p:cNvPr id="1218" name="Google Shape;1218;p24"/>
            <p:cNvGrpSpPr/>
            <p:nvPr/>
          </p:nvGrpSpPr>
          <p:grpSpPr>
            <a:xfrm rot="-5400000">
              <a:off x="5730999" y="1730529"/>
              <a:ext cx="5143232" cy="1682777"/>
              <a:chOff x="713356" y="2640614"/>
              <a:chExt cx="6188463" cy="2024758"/>
            </a:xfrm>
          </p:grpSpPr>
          <p:sp>
            <p:nvSpPr>
              <p:cNvPr id="1219" name="Google Shape;1219;p24"/>
              <p:cNvSpPr/>
              <p:nvPr/>
            </p:nvSpPr>
            <p:spPr>
              <a:xfrm>
                <a:off x="3169251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3094488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848254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959716" y="4391123"/>
                <a:ext cx="111587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3493472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3837778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499051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326340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276126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904047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549141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727988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842548" y="3857378"/>
                <a:ext cx="121629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517" extrusionOk="0">
                    <a:moveTo>
                      <a:pt x="899" y="1"/>
                    </a:moveTo>
                    <a:cubicBezTo>
                      <a:pt x="827" y="1"/>
                      <a:pt x="827" y="36"/>
                      <a:pt x="827" y="72"/>
                    </a:cubicBezTo>
                    <a:lnTo>
                      <a:pt x="827" y="108"/>
                    </a:lnTo>
                    <a:lnTo>
                      <a:pt x="1" y="818"/>
                    </a:lnTo>
                    <a:lnTo>
                      <a:pt x="1" y="1349"/>
                    </a:lnTo>
                    <a:lnTo>
                      <a:pt x="863" y="2095"/>
                    </a:lnTo>
                    <a:lnTo>
                      <a:pt x="863" y="6516"/>
                    </a:lnTo>
                    <a:lnTo>
                      <a:pt x="899" y="6516"/>
                    </a:lnTo>
                    <a:lnTo>
                      <a:pt x="899" y="1160"/>
                    </a:lnTo>
                    <a:cubicBezTo>
                      <a:pt x="935" y="1160"/>
                      <a:pt x="980" y="1160"/>
                      <a:pt x="980" y="1124"/>
                    </a:cubicBezTo>
                    <a:cubicBezTo>
                      <a:pt x="980" y="1088"/>
                      <a:pt x="935" y="1043"/>
                      <a:pt x="899" y="1043"/>
                    </a:cubicBezTo>
                    <a:cubicBezTo>
                      <a:pt x="827" y="1043"/>
                      <a:pt x="827" y="1088"/>
                      <a:pt x="827" y="1124"/>
                    </a:cubicBezTo>
                    <a:cubicBezTo>
                      <a:pt x="827" y="1160"/>
                      <a:pt x="827" y="1160"/>
                      <a:pt x="863" y="1160"/>
                    </a:cubicBezTo>
                    <a:lnTo>
                      <a:pt x="863" y="2023"/>
                    </a:lnTo>
                    <a:lnTo>
                      <a:pt x="82" y="1313"/>
                    </a:lnTo>
                    <a:lnTo>
                      <a:pt x="82" y="863"/>
                    </a:lnTo>
                    <a:lnTo>
                      <a:pt x="863" y="144"/>
                    </a:lnTo>
                    <a:lnTo>
                      <a:pt x="899" y="144"/>
                    </a:lnTo>
                    <a:cubicBezTo>
                      <a:pt x="935" y="144"/>
                      <a:pt x="980" y="108"/>
                      <a:pt x="980" y="72"/>
                    </a:cubicBezTo>
                    <a:cubicBezTo>
                      <a:pt x="980" y="36"/>
                      <a:pt x="935" y="1"/>
                      <a:pt x="8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838085" y="2640614"/>
                <a:ext cx="362284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6331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17"/>
                      <a:pt x="37" y="153"/>
                      <a:pt x="73" y="153"/>
                    </a:cubicBezTo>
                    <a:lnTo>
                      <a:pt x="73" y="2849"/>
                    </a:lnTo>
                    <a:lnTo>
                      <a:pt x="522" y="3263"/>
                    </a:lnTo>
                    <a:lnTo>
                      <a:pt x="522" y="4872"/>
                    </a:lnTo>
                    <a:lnTo>
                      <a:pt x="1421" y="5734"/>
                    </a:lnTo>
                    <a:lnTo>
                      <a:pt x="1421" y="16330"/>
                    </a:lnTo>
                    <a:lnTo>
                      <a:pt x="1502" y="16330"/>
                    </a:lnTo>
                    <a:lnTo>
                      <a:pt x="1502" y="8691"/>
                    </a:lnTo>
                    <a:lnTo>
                      <a:pt x="2095" y="8125"/>
                    </a:lnTo>
                    <a:lnTo>
                      <a:pt x="2095" y="6103"/>
                    </a:lnTo>
                    <a:lnTo>
                      <a:pt x="2922" y="5357"/>
                    </a:lnTo>
                    <a:lnTo>
                      <a:pt x="2922" y="4836"/>
                    </a:lnTo>
                    <a:lnTo>
                      <a:pt x="2140" y="4081"/>
                    </a:lnTo>
                    <a:cubicBezTo>
                      <a:pt x="2140" y="4045"/>
                      <a:pt x="2095" y="4009"/>
                      <a:pt x="2059" y="4009"/>
                    </a:cubicBezTo>
                    <a:cubicBezTo>
                      <a:pt x="2023" y="4009"/>
                      <a:pt x="1987" y="4045"/>
                      <a:pt x="1987" y="4081"/>
                    </a:cubicBezTo>
                    <a:cubicBezTo>
                      <a:pt x="1987" y="4117"/>
                      <a:pt x="2023" y="4162"/>
                      <a:pt x="2059" y="4162"/>
                    </a:cubicBezTo>
                    <a:lnTo>
                      <a:pt x="2095" y="4117"/>
                    </a:lnTo>
                    <a:lnTo>
                      <a:pt x="2850" y="4872"/>
                    </a:lnTo>
                    <a:lnTo>
                      <a:pt x="2850" y="5321"/>
                    </a:lnTo>
                    <a:lnTo>
                      <a:pt x="2095" y="6031"/>
                    </a:lnTo>
                    <a:lnTo>
                      <a:pt x="2095" y="5168"/>
                    </a:lnTo>
                    <a:lnTo>
                      <a:pt x="2140" y="5132"/>
                    </a:lnTo>
                    <a:cubicBezTo>
                      <a:pt x="2140" y="5096"/>
                      <a:pt x="2095" y="5060"/>
                      <a:pt x="2059" y="5060"/>
                    </a:cubicBezTo>
                    <a:cubicBezTo>
                      <a:pt x="2023" y="5060"/>
                      <a:pt x="1987" y="5096"/>
                      <a:pt x="1987" y="5132"/>
                    </a:cubicBezTo>
                    <a:cubicBezTo>
                      <a:pt x="1987" y="5132"/>
                      <a:pt x="1987" y="5168"/>
                      <a:pt x="2023" y="5168"/>
                    </a:cubicBezTo>
                    <a:lnTo>
                      <a:pt x="2023" y="8125"/>
                    </a:lnTo>
                    <a:lnTo>
                      <a:pt x="1502" y="8610"/>
                    </a:lnTo>
                    <a:lnTo>
                      <a:pt x="1502" y="5734"/>
                    </a:lnTo>
                    <a:lnTo>
                      <a:pt x="567" y="4872"/>
                    </a:lnTo>
                    <a:lnTo>
                      <a:pt x="567" y="3218"/>
                    </a:lnTo>
                    <a:lnTo>
                      <a:pt x="118" y="2814"/>
                    </a:lnTo>
                    <a:lnTo>
                      <a:pt x="118" y="153"/>
                    </a:lnTo>
                    <a:cubicBezTo>
                      <a:pt x="153" y="153"/>
                      <a:pt x="189" y="117"/>
                      <a:pt x="189" y="72"/>
                    </a:cubicBezTo>
                    <a:cubicBezTo>
                      <a:pt x="189" y="36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713356" y="3309128"/>
                <a:ext cx="129316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939" extrusionOk="0">
                    <a:moveTo>
                      <a:pt x="935" y="1"/>
                    </a:moveTo>
                    <a:cubicBezTo>
                      <a:pt x="899" y="1"/>
                      <a:pt x="854" y="37"/>
                      <a:pt x="854" y="73"/>
                    </a:cubicBezTo>
                    <a:cubicBezTo>
                      <a:pt x="854" y="118"/>
                      <a:pt x="899" y="118"/>
                      <a:pt x="935" y="154"/>
                    </a:cubicBezTo>
                    <a:lnTo>
                      <a:pt x="935" y="3488"/>
                    </a:lnTo>
                    <a:lnTo>
                      <a:pt x="0" y="4342"/>
                    </a:lnTo>
                    <a:lnTo>
                      <a:pt x="0" y="7451"/>
                    </a:lnTo>
                    <a:lnTo>
                      <a:pt x="935" y="8314"/>
                    </a:lnTo>
                    <a:lnTo>
                      <a:pt x="935" y="10938"/>
                    </a:lnTo>
                    <a:lnTo>
                      <a:pt x="971" y="10938"/>
                    </a:lnTo>
                    <a:lnTo>
                      <a:pt x="971" y="8314"/>
                    </a:lnTo>
                    <a:lnTo>
                      <a:pt x="36" y="7451"/>
                    </a:lnTo>
                    <a:lnTo>
                      <a:pt x="36" y="4387"/>
                    </a:lnTo>
                    <a:lnTo>
                      <a:pt x="971" y="3524"/>
                    </a:lnTo>
                    <a:lnTo>
                      <a:pt x="971" y="154"/>
                    </a:lnTo>
                    <a:cubicBezTo>
                      <a:pt x="1007" y="118"/>
                      <a:pt x="1043" y="118"/>
                      <a:pt x="1043" y="73"/>
                    </a:cubicBezTo>
                    <a:cubicBezTo>
                      <a:pt x="1043" y="37"/>
                      <a:pt x="1007" y="1"/>
                      <a:pt x="93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754519" y="4024507"/>
                <a:ext cx="135020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5169" extrusionOk="0">
                    <a:moveTo>
                      <a:pt x="73" y="1"/>
                    </a:moveTo>
                    <a:cubicBezTo>
                      <a:pt x="37" y="1"/>
                      <a:pt x="1" y="37"/>
                      <a:pt x="1" y="73"/>
                    </a:cubicBezTo>
                    <a:cubicBezTo>
                      <a:pt x="1" y="108"/>
                      <a:pt x="37" y="144"/>
                      <a:pt x="73" y="144"/>
                    </a:cubicBezTo>
                    <a:lnTo>
                      <a:pt x="117" y="108"/>
                    </a:lnTo>
                    <a:lnTo>
                      <a:pt x="1016" y="935"/>
                    </a:lnTo>
                    <a:lnTo>
                      <a:pt x="1016" y="5168"/>
                    </a:lnTo>
                    <a:lnTo>
                      <a:pt x="1088" y="5168"/>
                    </a:lnTo>
                    <a:lnTo>
                      <a:pt x="1088" y="935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412570" y="3253460"/>
                <a:ext cx="189573" cy="1411913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1388" extrusionOk="0">
                    <a:moveTo>
                      <a:pt x="747" y="0"/>
                    </a:moveTo>
                    <a:cubicBezTo>
                      <a:pt x="711" y="0"/>
                      <a:pt x="675" y="36"/>
                      <a:pt x="675" y="72"/>
                    </a:cubicBezTo>
                    <a:cubicBezTo>
                      <a:pt x="675" y="72"/>
                      <a:pt x="711" y="117"/>
                      <a:pt x="711" y="153"/>
                    </a:cubicBezTo>
                    <a:lnTo>
                      <a:pt x="711" y="8988"/>
                    </a:lnTo>
                    <a:lnTo>
                      <a:pt x="1421" y="9590"/>
                    </a:lnTo>
                    <a:lnTo>
                      <a:pt x="1421" y="10408"/>
                    </a:lnTo>
                    <a:lnTo>
                      <a:pt x="109" y="9248"/>
                    </a:lnTo>
                    <a:lnTo>
                      <a:pt x="109" y="5653"/>
                    </a:lnTo>
                    <a:cubicBezTo>
                      <a:pt x="145" y="5653"/>
                      <a:pt x="145" y="5617"/>
                      <a:pt x="145" y="5582"/>
                    </a:cubicBezTo>
                    <a:cubicBezTo>
                      <a:pt x="145" y="5546"/>
                      <a:pt x="109" y="5510"/>
                      <a:pt x="73" y="5510"/>
                    </a:cubicBezTo>
                    <a:cubicBezTo>
                      <a:pt x="37" y="5510"/>
                      <a:pt x="1" y="5546"/>
                      <a:pt x="1" y="5582"/>
                    </a:cubicBezTo>
                    <a:cubicBezTo>
                      <a:pt x="1" y="5617"/>
                      <a:pt x="37" y="5653"/>
                      <a:pt x="37" y="5653"/>
                    </a:cubicBezTo>
                    <a:lnTo>
                      <a:pt x="37" y="9248"/>
                    </a:lnTo>
                    <a:lnTo>
                      <a:pt x="1421" y="10489"/>
                    </a:lnTo>
                    <a:lnTo>
                      <a:pt x="1421" y="11387"/>
                    </a:lnTo>
                    <a:lnTo>
                      <a:pt x="1457" y="11387"/>
                    </a:lnTo>
                    <a:lnTo>
                      <a:pt x="1457" y="2472"/>
                    </a:lnTo>
                    <a:cubicBezTo>
                      <a:pt x="1493" y="2472"/>
                      <a:pt x="1529" y="2436"/>
                      <a:pt x="1529" y="2400"/>
                    </a:cubicBezTo>
                    <a:cubicBezTo>
                      <a:pt x="1529" y="2364"/>
                      <a:pt x="1493" y="2319"/>
                      <a:pt x="1457" y="2319"/>
                    </a:cubicBezTo>
                    <a:cubicBezTo>
                      <a:pt x="1385" y="2319"/>
                      <a:pt x="1349" y="2364"/>
                      <a:pt x="1349" y="2400"/>
                    </a:cubicBezTo>
                    <a:cubicBezTo>
                      <a:pt x="1349" y="2436"/>
                      <a:pt x="1385" y="2472"/>
                      <a:pt x="1421" y="2472"/>
                    </a:cubicBezTo>
                    <a:lnTo>
                      <a:pt x="1421" y="9509"/>
                    </a:lnTo>
                    <a:lnTo>
                      <a:pt x="783" y="8952"/>
                    </a:lnTo>
                    <a:lnTo>
                      <a:pt x="783" y="153"/>
                    </a:lnTo>
                    <a:cubicBezTo>
                      <a:pt x="819" y="117"/>
                      <a:pt x="854" y="117"/>
                      <a:pt x="854" y="72"/>
                    </a:cubicBezTo>
                    <a:cubicBezTo>
                      <a:pt x="854" y="36"/>
                      <a:pt x="819" y="0"/>
                      <a:pt x="7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667732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571025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1947999" y="3949869"/>
                <a:ext cx="180522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54874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1947999" y="4219531"/>
                <a:ext cx="18970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1887742" y="4391123"/>
                <a:ext cx="17978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157691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1075392" y="3304664"/>
                <a:ext cx="278718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10975" extrusionOk="0">
                    <a:moveTo>
                      <a:pt x="1574" y="1"/>
                    </a:moveTo>
                    <a:cubicBezTo>
                      <a:pt x="1529" y="1"/>
                      <a:pt x="1493" y="1"/>
                      <a:pt x="1493" y="37"/>
                    </a:cubicBezTo>
                    <a:lnTo>
                      <a:pt x="1493" y="73"/>
                    </a:lnTo>
                    <a:lnTo>
                      <a:pt x="594" y="936"/>
                    </a:lnTo>
                    <a:lnTo>
                      <a:pt x="594" y="8350"/>
                    </a:lnTo>
                    <a:lnTo>
                      <a:pt x="73" y="7901"/>
                    </a:lnTo>
                    <a:lnTo>
                      <a:pt x="73" y="5133"/>
                    </a:lnTo>
                    <a:cubicBezTo>
                      <a:pt x="109" y="5133"/>
                      <a:pt x="145" y="5097"/>
                      <a:pt x="145" y="5052"/>
                    </a:cubicBezTo>
                    <a:cubicBezTo>
                      <a:pt x="145" y="5016"/>
                      <a:pt x="109" y="5016"/>
                      <a:pt x="73" y="5016"/>
                    </a:cubicBezTo>
                    <a:cubicBezTo>
                      <a:pt x="37" y="5016"/>
                      <a:pt x="1" y="5016"/>
                      <a:pt x="1" y="5052"/>
                    </a:cubicBezTo>
                    <a:cubicBezTo>
                      <a:pt x="1" y="5097"/>
                      <a:pt x="1" y="5133"/>
                      <a:pt x="37" y="5133"/>
                    </a:cubicBezTo>
                    <a:lnTo>
                      <a:pt x="37" y="7937"/>
                    </a:lnTo>
                    <a:lnTo>
                      <a:pt x="2167" y="9887"/>
                    </a:lnTo>
                    <a:lnTo>
                      <a:pt x="2167" y="10974"/>
                    </a:lnTo>
                    <a:lnTo>
                      <a:pt x="2203" y="10974"/>
                    </a:lnTo>
                    <a:lnTo>
                      <a:pt x="2203" y="7523"/>
                    </a:lnTo>
                    <a:cubicBezTo>
                      <a:pt x="2248" y="7487"/>
                      <a:pt x="2248" y="7487"/>
                      <a:pt x="2248" y="7451"/>
                    </a:cubicBezTo>
                    <a:cubicBezTo>
                      <a:pt x="2248" y="7415"/>
                      <a:pt x="2203" y="7379"/>
                      <a:pt x="2167" y="7379"/>
                    </a:cubicBezTo>
                    <a:cubicBezTo>
                      <a:pt x="2131" y="7379"/>
                      <a:pt x="2095" y="7415"/>
                      <a:pt x="2095" y="7451"/>
                    </a:cubicBezTo>
                    <a:cubicBezTo>
                      <a:pt x="2095" y="7487"/>
                      <a:pt x="2131" y="7487"/>
                      <a:pt x="2167" y="7523"/>
                    </a:cubicBezTo>
                    <a:lnTo>
                      <a:pt x="2167" y="9249"/>
                    </a:lnTo>
                    <a:lnTo>
                      <a:pt x="1044" y="8242"/>
                    </a:lnTo>
                    <a:lnTo>
                      <a:pt x="1044" y="1277"/>
                    </a:lnTo>
                    <a:cubicBezTo>
                      <a:pt x="1079" y="1277"/>
                      <a:pt x="1079" y="1232"/>
                      <a:pt x="1079" y="1232"/>
                    </a:cubicBezTo>
                    <a:cubicBezTo>
                      <a:pt x="1079" y="1196"/>
                      <a:pt x="1044" y="1160"/>
                      <a:pt x="1008" y="1160"/>
                    </a:cubicBezTo>
                    <a:cubicBezTo>
                      <a:pt x="972" y="1160"/>
                      <a:pt x="936" y="1196"/>
                      <a:pt x="936" y="1232"/>
                    </a:cubicBezTo>
                    <a:lnTo>
                      <a:pt x="972" y="1277"/>
                    </a:lnTo>
                    <a:lnTo>
                      <a:pt x="972" y="8242"/>
                    </a:lnTo>
                    <a:lnTo>
                      <a:pt x="2167" y="9321"/>
                    </a:lnTo>
                    <a:lnTo>
                      <a:pt x="2167" y="9815"/>
                    </a:lnTo>
                    <a:lnTo>
                      <a:pt x="630" y="8422"/>
                    </a:lnTo>
                    <a:lnTo>
                      <a:pt x="630" y="936"/>
                    </a:lnTo>
                    <a:lnTo>
                      <a:pt x="1529" y="109"/>
                    </a:lnTo>
                    <a:lnTo>
                      <a:pt x="1574" y="109"/>
                    </a:lnTo>
                    <a:cubicBezTo>
                      <a:pt x="1610" y="109"/>
                      <a:pt x="1646" y="109"/>
                      <a:pt x="1646" y="37"/>
                    </a:cubicBezTo>
                    <a:cubicBezTo>
                      <a:pt x="1646" y="1"/>
                      <a:pt x="1610" y="1"/>
                      <a:pt x="15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1395274" y="3930900"/>
                <a:ext cx="19094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24" extrusionOk="0">
                    <a:moveTo>
                      <a:pt x="72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72" y="5923"/>
                    </a:lnTo>
                    <a:lnTo>
                      <a:pt x="72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412570" y="4543745"/>
                <a:ext cx="17978" cy="12162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981" extrusionOk="0">
                    <a:moveTo>
                      <a:pt x="73" y="1"/>
                    </a:moveTo>
                    <a:cubicBezTo>
                      <a:pt x="37" y="1"/>
                      <a:pt x="1" y="46"/>
                      <a:pt x="1" y="82"/>
                    </a:cubicBezTo>
                    <a:cubicBezTo>
                      <a:pt x="1" y="117"/>
                      <a:pt x="37" y="153"/>
                      <a:pt x="37" y="153"/>
                    </a:cubicBezTo>
                    <a:lnTo>
                      <a:pt x="37" y="980"/>
                    </a:lnTo>
                    <a:lnTo>
                      <a:pt x="109" y="980"/>
                    </a:lnTo>
                    <a:lnTo>
                      <a:pt x="109" y="153"/>
                    </a:lnTo>
                    <a:cubicBezTo>
                      <a:pt x="145" y="153"/>
                      <a:pt x="145" y="117"/>
                      <a:pt x="145" y="82"/>
                    </a:cubicBezTo>
                    <a:cubicBezTo>
                      <a:pt x="145" y="4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24543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854" y="0"/>
                    </a:moveTo>
                    <a:cubicBezTo>
                      <a:pt x="818" y="0"/>
                      <a:pt x="783" y="36"/>
                      <a:pt x="783" y="72"/>
                    </a:cubicBezTo>
                    <a:lnTo>
                      <a:pt x="783" y="108"/>
                    </a:lnTo>
                    <a:lnTo>
                      <a:pt x="1" y="827"/>
                    </a:lnTo>
                    <a:lnTo>
                      <a:pt x="1" y="1348"/>
                    </a:lnTo>
                    <a:lnTo>
                      <a:pt x="854" y="2130"/>
                    </a:lnTo>
                    <a:lnTo>
                      <a:pt x="854" y="11198"/>
                    </a:lnTo>
                    <a:lnTo>
                      <a:pt x="899" y="11198"/>
                    </a:lnTo>
                    <a:lnTo>
                      <a:pt x="899" y="2094"/>
                    </a:lnTo>
                    <a:lnTo>
                      <a:pt x="73" y="1312"/>
                    </a:lnTo>
                    <a:lnTo>
                      <a:pt x="73" y="863"/>
                    </a:lnTo>
                    <a:lnTo>
                      <a:pt x="854" y="153"/>
                    </a:lnTo>
                    <a:cubicBezTo>
                      <a:pt x="899" y="153"/>
                      <a:pt x="935" y="108"/>
                      <a:pt x="935" y="72"/>
                    </a:cubicBezTo>
                    <a:cubicBezTo>
                      <a:pt x="935" y="36"/>
                      <a:pt x="899" y="0"/>
                      <a:pt x="8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156293" y="3444021"/>
                <a:ext cx="13055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3786572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106204" y="2728642"/>
                <a:ext cx="133780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4260071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4496262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3214877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1399737" y="3304664"/>
                <a:ext cx="274255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0975" extrusionOk="0">
                    <a:moveTo>
                      <a:pt x="81" y="1"/>
                    </a:moveTo>
                    <a:cubicBezTo>
                      <a:pt x="36" y="1"/>
                      <a:pt x="0" y="37"/>
                      <a:pt x="0" y="73"/>
                    </a:cubicBezTo>
                    <a:cubicBezTo>
                      <a:pt x="0" y="109"/>
                      <a:pt x="36" y="154"/>
                      <a:pt x="81" y="154"/>
                    </a:cubicBezTo>
                    <a:lnTo>
                      <a:pt x="81" y="1457"/>
                    </a:lnTo>
                    <a:lnTo>
                      <a:pt x="1016" y="2320"/>
                    </a:lnTo>
                    <a:lnTo>
                      <a:pt x="1016" y="9923"/>
                    </a:lnTo>
                    <a:lnTo>
                      <a:pt x="2139" y="10974"/>
                    </a:lnTo>
                    <a:lnTo>
                      <a:pt x="2211" y="10974"/>
                    </a:lnTo>
                    <a:lnTo>
                      <a:pt x="1052" y="9923"/>
                    </a:lnTo>
                    <a:lnTo>
                      <a:pt x="1052" y="2320"/>
                    </a:lnTo>
                    <a:lnTo>
                      <a:pt x="153" y="1457"/>
                    </a:lnTo>
                    <a:lnTo>
                      <a:pt x="153" y="154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4101866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4046197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788121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1348407" y="2812206"/>
                <a:ext cx="269791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4947" extrusionOk="0">
                    <a:moveTo>
                      <a:pt x="82" y="1"/>
                    </a:moveTo>
                    <a:cubicBezTo>
                      <a:pt x="46" y="1"/>
                      <a:pt x="1" y="37"/>
                      <a:pt x="1" y="81"/>
                    </a:cubicBezTo>
                    <a:cubicBezTo>
                      <a:pt x="1" y="117"/>
                      <a:pt x="1" y="153"/>
                      <a:pt x="46" y="153"/>
                    </a:cubicBezTo>
                    <a:lnTo>
                      <a:pt x="46" y="5653"/>
                    </a:lnTo>
                    <a:lnTo>
                      <a:pt x="980" y="6480"/>
                    </a:lnTo>
                    <a:lnTo>
                      <a:pt x="980" y="13895"/>
                    </a:lnTo>
                    <a:lnTo>
                      <a:pt x="2104" y="14946"/>
                    </a:lnTo>
                    <a:lnTo>
                      <a:pt x="2176" y="14946"/>
                    </a:lnTo>
                    <a:lnTo>
                      <a:pt x="1052" y="13859"/>
                    </a:lnTo>
                    <a:lnTo>
                      <a:pt x="1052" y="6480"/>
                    </a:lnTo>
                    <a:lnTo>
                      <a:pt x="118" y="5618"/>
                    </a:lnTo>
                    <a:lnTo>
                      <a:pt x="118" y="153"/>
                    </a:lnTo>
                    <a:cubicBezTo>
                      <a:pt x="154" y="153"/>
                      <a:pt x="154" y="117"/>
                      <a:pt x="154" y="81"/>
                    </a:cubicBezTo>
                    <a:cubicBezTo>
                      <a:pt x="154" y="37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4617768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5323862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5002865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5114328" y="4391123"/>
                <a:ext cx="111586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5648083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5992389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565366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5480951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5430737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5703752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4882600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4822343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6725637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5941183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6414682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6650874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5369489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6256477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6200808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4942732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6772379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9" name="Google Shape;1279;p24"/>
            <p:cNvGrpSpPr/>
            <p:nvPr/>
          </p:nvGrpSpPr>
          <p:grpSpPr>
            <a:xfrm>
              <a:off x="7512277" y="198770"/>
              <a:ext cx="1333992" cy="4753836"/>
              <a:chOff x="7512277" y="198770"/>
              <a:chExt cx="1333992" cy="4753836"/>
            </a:xfrm>
          </p:grpSpPr>
          <p:grpSp>
            <p:nvGrpSpPr>
              <p:cNvPr id="1280" name="Google Shape;1280;p24"/>
              <p:cNvGrpSpPr/>
              <p:nvPr/>
            </p:nvGrpSpPr>
            <p:grpSpPr>
              <a:xfrm>
                <a:off x="8713358" y="13376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281" name="Google Shape;1281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3" name="Google Shape;1283;p24"/>
              <p:cNvGrpSpPr/>
              <p:nvPr/>
            </p:nvGrpSpPr>
            <p:grpSpPr>
              <a:xfrm>
                <a:off x="7512277" y="4676943"/>
                <a:ext cx="183745" cy="275663"/>
                <a:chOff x="2778349" y="5640986"/>
                <a:chExt cx="508847" cy="763610"/>
              </a:xfrm>
            </p:grpSpPr>
            <p:sp>
              <p:nvSpPr>
                <p:cNvPr id="1284" name="Google Shape;1284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6" name="Google Shape;1286;p24"/>
              <p:cNvGrpSpPr/>
              <p:nvPr/>
            </p:nvGrpSpPr>
            <p:grpSpPr>
              <a:xfrm>
                <a:off x="7518171" y="1987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287" name="Google Shape;1287;p24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24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289" name="Google Shape;1289;p24"/>
          <p:cNvSpPr txBox="1">
            <a:spLocks noGrp="1"/>
          </p:cNvSpPr>
          <p:nvPr>
            <p:ph type="ctrTitle"/>
          </p:nvPr>
        </p:nvSpPr>
        <p:spPr>
          <a:xfrm>
            <a:off x="574762" y="1883224"/>
            <a:ext cx="4333213" cy="12197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dirty="0">
                <a:solidFill>
                  <a:schemeClr val="accent1"/>
                </a:solidFill>
                <a:latin typeface="Bahnschrift" panose="020B0502040204020203" pitchFamily="34" charset="0"/>
              </a:rPr>
              <a:t>РАЗРАБОТКА ОНЛАЙН-СИСТЕМЫ РЕГИСТРАЦИИ СТУДЕНТОВ</a:t>
            </a:r>
            <a:endParaRPr sz="2400" b="0" dirty="0">
              <a:solidFill>
                <a:schemeClr val="accent1"/>
              </a:solidFill>
              <a:latin typeface="Bahnschrift" panose="020B0502040204020203" pitchFamily="34" charset="0"/>
            </a:endParaRPr>
          </a:p>
        </p:txBody>
      </p:sp>
      <p:pic>
        <p:nvPicPr>
          <p:cNvPr id="1291" name="Google Shape;1291;p24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5274" r="43846"/>
          <a:stretch>
            <a:fillRect/>
          </a:stretch>
        </p:blipFill>
        <p:spPr>
          <a:xfrm>
            <a:off x="5688000" y="1181079"/>
            <a:ext cx="2564369" cy="2620617"/>
          </a:xfrm>
          <a:prstGeom prst="rect">
            <a:avLst/>
          </a:prstGeom>
        </p:spPr>
      </p:pic>
      <p:grpSp>
        <p:nvGrpSpPr>
          <p:cNvPr id="1292" name="Google Shape;1292;p24"/>
          <p:cNvGrpSpPr/>
          <p:nvPr/>
        </p:nvGrpSpPr>
        <p:grpSpPr>
          <a:xfrm>
            <a:off x="6515177" y="1066643"/>
            <a:ext cx="183745" cy="275663"/>
            <a:chOff x="2778349" y="5640986"/>
            <a:chExt cx="508847" cy="763610"/>
          </a:xfrm>
        </p:grpSpPr>
        <p:sp>
          <p:nvSpPr>
            <p:cNvPr id="1293" name="Google Shape;1293;p24"/>
            <p:cNvSpPr/>
            <p:nvPr/>
          </p:nvSpPr>
          <p:spPr>
            <a:xfrm>
              <a:off x="2832095" y="5640986"/>
              <a:ext cx="401355" cy="310507"/>
            </a:xfrm>
            <a:custGeom>
              <a:avLst/>
              <a:gdLst/>
              <a:ahLst/>
              <a:cxnLst/>
              <a:rect l="l" t="t" r="r" b="b"/>
              <a:pathLst>
                <a:path w="16059" h="12424" extrusionOk="0">
                  <a:moveTo>
                    <a:pt x="8075" y="1"/>
                  </a:moveTo>
                  <a:cubicBezTo>
                    <a:pt x="7989" y="1"/>
                    <a:pt x="7902" y="2"/>
                    <a:pt x="7816" y="5"/>
                  </a:cubicBezTo>
                  <a:cubicBezTo>
                    <a:pt x="3426" y="165"/>
                    <a:pt x="1" y="3805"/>
                    <a:pt x="1" y="8194"/>
                  </a:cubicBezTo>
                  <a:lnTo>
                    <a:pt x="1" y="12423"/>
                  </a:lnTo>
                  <a:lnTo>
                    <a:pt x="2980" y="12423"/>
                  </a:lnTo>
                  <a:lnTo>
                    <a:pt x="2980" y="8194"/>
                  </a:lnTo>
                  <a:cubicBezTo>
                    <a:pt x="2980" y="5398"/>
                    <a:pt x="5217" y="2983"/>
                    <a:pt x="7981" y="2983"/>
                  </a:cubicBezTo>
                  <a:cubicBezTo>
                    <a:pt x="8021" y="2983"/>
                    <a:pt x="8061" y="2983"/>
                    <a:pt x="8101" y="2984"/>
                  </a:cubicBezTo>
                  <a:cubicBezTo>
                    <a:pt x="10777" y="3056"/>
                    <a:pt x="12936" y="5143"/>
                    <a:pt x="13097" y="7748"/>
                  </a:cubicBezTo>
                  <a:cubicBezTo>
                    <a:pt x="13097" y="7891"/>
                    <a:pt x="13168" y="8034"/>
                    <a:pt x="13311" y="8034"/>
                  </a:cubicBezTo>
                  <a:lnTo>
                    <a:pt x="15773" y="8034"/>
                  </a:lnTo>
                  <a:cubicBezTo>
                    <a:pt x="15916" y="8034"/>
                    <a:pt x="16059" y="7891"/>
                    <a:pt x="16059" y="7748"/>
                  </a:cubicBezTo>
                  <a:cubicBezTo>
                    <a:pt x="15919" y="3446"/>
                    <a:pt x="12350" y="1"/>
                    <a:pt x="80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4"/>
            <p:cNvSpPr/>
            <p:nvPr/>
          </p:nvSpPr>
          <p:spPr>
            <a:xfrm>
              <a:off x="2778349" y="5951507"/>
              <a:ext cx="508847" cy="453089"/>
            </a:xfrm>
            <a:custGeom>
              <a:avLst/>
              <a:gdLst/>
              <a:ahLst/>
              <a:cxnLst/>
              <a:rect l="l" t="t" r="r" b="b"/>
              <a:pathLst>
                <a:path w="20360" h="18129" extrusionOk="0">
                  <a:moveTo>
                    <a:pt x="10171" y="5353"/>
                  </a:moveTo>
                  <a:cubicBezTo>
                    <a:pt x="11367" y="5353"/>
                    <a:pt x="12330" y="6316"/>
                    <a:pt x="12330" y="7423"/>
                  </a:cubicBezTo>
                  <a:cubicBezTo>
                    <a:pt x="12330" y="8243"/>
                    <a:pt x="11884" y="8921"/>
                    <a:pt x="11295" y="9296"/>
                  </a:cubicBezTo>
                  <a:lnTo>
                    <a:pt x="11295" y="11741"/>
                  </a:lnTo>
                  <a:cubicBezTo>
                    <a:pt x="11295" y="12329"/>
                    <a:pt x="10778" y="12775"/>
                    <a:pt x="10171" y="12775"/>
                  </a:cubicBezTo>
                  <a:cubicBezTo>
                    <a:pt x="9582" y="12775"/>
                    <a:pt x="9136" y="12329"/>
                    <a:pt x="9136" y="11741"/>
                  </a:cubicBezTo>
                  <a:lnTo>
                    <a:pt x="9136" y="9296"/>
                  </a:lnTo>
                  <a:cubicBezTo>
                    <a:pt x="8476" y="8921"/>
                    <a:pt x="8101" y="8243"/>
                    <a:pt x="8101" y="7423"/>
                  </a:cubicBezTo>
                  <a:cubicBezTo>
                    <a:pt x="8101" y="6316"/>
                    <a:pt x="8993" y="5353"/>
                    <a:pt x="10171" y="5353"/>
                  </a:cubicBezTo>
                  <a:close/>
                  <a:moveTo>
                    <a:pt x="1410" y="0"/>
                  </a:moveTo>
                  <a:cubicBezTo>
                    <a:pt x="590" y="0"/>
                    <a:pt x="1" y="589"/>
                    <a:pt x="1" y="1338"/>
                  </a:cubicBezTo>
                  <a:lnTo>
                    <a:pt x="1" y="16790"/>
                  </a:lnTo>
                  <a:cubicBezTo>
                    <a:pt x="1" y="17539"/>
                    <a:pt x="590" y="18128"/>
                    <a:pt x="1410" y="18128"/>
                  </a:cubicBezTo>
                  <a:lnTo>
                    <a:pt x="18950" y="18128"/>
                  </a:lnTo>
                  <a:cubicBezTo>
                    <a:pt x="19770" y="18128"/>
                    <a:pt x="20359" y="17539"/>
                    <a:pt x="20359" y="16790"/>
                  </a:cubicBezTo>
                  <a:lnTo>
                    <a:pt x="20359" y="1338"/>
                  </a:lnTo>
                  <a:cubicBezTo>
                    <a:pt x="20359" y="589"/>
                    <a:pt x="19770" y="0"/>
                    <a:pt x="189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18;p26">
            <a:extLst>
              <a:ext uri="{FF2B5EF4-FFF2-40B4-BE49-F238E27FC236}">
                <a16:creationId xmlns:a16="http://schemas.microsoft.com/office/drawing/2014/main" id="{788C0410-E6B7-1682-394F-DD8CFE9ECD6F}"/>
              </a:ext>
            </a:extLst>
          </p:cNvPr>
          <p:cNvSpPr txBox="1">
            <a:spLocks/>
          </p:cNvSpPr>
          <p:nvPr/>
        </p:nvSpPr>
        <p:spPr>
          <a:xfrm>
            <a:off x="574762" y="1495700"/>
            <a:ext cx="2885400" cy="3534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accent1"/>
                </a:solidFill>
                <a:latin typeface="Bahnschrift Light" panose="020B0502040204020203" pitchFamily="34" charset="0"/>
              </a:rPr>
              <a:t>КУРСОВАЯ РАБОТА ПО ТЕМЕ: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" name="Google Shape;1333;p28"/>
          <p:cNvGrpSpPr/>
          <p:nvPr/>
        </p:nvGrpSpPr>
        <p:grpSpPr>
          <a:xfrm>
            <a:off x="1" y="301"/>
            <a:ext cx="1682777" cy="5143232"/>
            <a:chOff x="1" y="301"/>
            <a:chExt cx="1682777" cy="5143232"/>
          </a:xfrm>
        </p:grpSpPr>
        <p:grpSp>
          <p:nvGrpSpPr>
            <p:cNvPr id="1334" name="Google Shape;1334;p28"/>
            <p:cNvGrpSpPr/>
            <p:nvPr/>
          </p:nvGrpSpPr>
          <p:grpSpPr>
            <a:xfrm rot="5400000" flipH="1">
              <a:off x="-1730226" y="1730529"/>
              <a:ext cx="5143232" cy="1682777"/>
              <a:chOff x="713356" y="2640614"/>
              <a:chExt cx="6188463" cy="2024758"/>
            </a:xfrm>
          </p:grpSpPr>
          <p:sp>
            <p:nvSpPr>
              <p:cNvPr id="1335" name="Google Shape;1335;p28"/>
              <p:cNvSpPr/>
              <p:nvPr/>
            </p:nvSpPr>
            <p:spPr>
              <a:xfrm>
                <a:off x="3169251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8"/>
              <p:cNvSpPr/>
              <p:nvPr/>
            </p:nvSpPr>
            <p:spPr>
              <a:xfrm>
                <a:off x="3094488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108"/>
                      <a:pt x="37" y="153"/>
                      <a:pt x="73" y="153"/>
                    </a:cubicBezTo>
                    <a:lnTo>
                      <a:pt x="118" y="153"/>
                    </a:lnTo>
                    <a:lnTo>
                      <a:pt x="900" y="863"/>
                    </a:lnTo>
                    <a:lnTo>
                      <a:pt x="900" y="1312"/>
                    </a:lnTo>
                    <a:lnTo>
                      <a:pt x="73" y="2094"/>
                    </a:lnTo>
                    <a:lnTo>
                      <a:pt x="73" y="11198"/>
                    </a:lnTo>
                    <a:lnTo>
                      <a:pt x="118" y="11198"/>
                    </a:lnTo>
                    <a:lnTo>
                      <a:pt x="118" y="2130"/>
                    </a:lnTo>
                    <a:lnTo>
                      <a:pt x="936" y="1348"/>
                    </a:lnTo>
                    <a:lnTo>
                      <a:pt x="936" y="827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28"/>
              <p:cNvSpPr/>
              <p:nvPr/>
            </p:nvSpPr>
            <p:spPr>
              <a:xfrm>
                <a:off x="2848254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28"/>
              <p:cNvSpPr/>
              <p:nvPr/>
            </p:nvSpPr>
            <p:spPr>
              <a:xfrm>
                <a:off x="2959716" y="4391123"/>
                <a:ext cx="111587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28"/>
              <p:cNvSpPr/>
              <p:nvPr/>
            </p:nvSpPr>
            <p:spPr>
              <a:xfrm>
                <a:off x="3493472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28"/>
              <p:cNvSpPr/>
              <p:nvPr/>
            </p:nvSpPr>
            <p:spPr>
              <a:xfrm>
                <a:off x="3837778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28"/>
              <p:cNvSpPr/>
              <p:nvPr/>
            </p:nvSpPr>
            <p:spPr>
              <a:xfrm>
                <a:off x="3499051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28"/>
              <p:cNvSpPr/>
              <p:nvPr/>
            </p:nvSpPr>
            <p:spPr>
              <a:xfrm>
                <a:off x="3326340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28"/>
              <p:cNvSpPr/>
              <p:nvPr/>
            </p:nvSpPr>
            <p:spPr>
              <a:xfrm>
                <a:off x="3276126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28"/>
              <p:cNvSpPr/>
              <p:nvPr/>
            </p:nvSpPr>
            <p:spPr>
              <a:xfrm>
                <a:off x="2904047" y="4232921"/>
                <a:ext cx="79226" cy="43245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488" extrusionOk="0">
                    <a:moveTo>
                      <a:pt x="81" y="0"/>
                    </a:moveTo>
                    <a:cubicBezTo>
                      <a:pt x="36" y="0"/>
                      <a:pt x="0" y="0"/>
                      <a:pt x="0" y="81"/>
                    </a:cubicBezTo>
                    <a:cubicBezTo>
                      <a:pt x="0" y="81"/>
                      <a:pt x="36" y="117"/>
                      <a:pt x="81" y="117"/>
                    </a:cubicBezTo>
                    <a:lnTo>
                      <a:pt x="81" y="3002"/>
                    </a:lnTo>
                    <a:lnTo>
                      <a:pt x="566" y="3487"/>
                    </a:lnTo>
                    <a:lnTo>
                      <a:pt x="638" y="3487"/>
                    </a:lnTo>
                    <a:lnTo>
                      <a:pt x="117" y="3002"/>
                    </a:lnTo>
                    <a:lnTo>
                      <a:pt x="117" y="117"/>
                    </a:lnTo>
                    <a:cubicBezTo>
                      <a:pt x="153" y="117"/>
                      <a:pt x="189" y="81"/>
                      <a:pt x="189" y="81"/>
                    </a:cubicBezTo>
                    <a:cubicBezTo>
                      <a:pt x="189" y="0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8"/>
              <p:cNvSpPr/>
              <p:nvPr/>
            </p:nvSpPr>
            <p:spPr>
              <a:xfrm>
                <a:off x="3549141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8"/>
              <p:cNvSpPr/>
              <p:nvPr/>
            </p:nvSpPr>
            <p:spPr>
              <a:xfrm>
                <a:off x="2727988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8"/>
              <p:cNvSpPr/>
              <p:nvPr/>
            </p:nvSpPr>
            <p:spPr>
              <a:xfrm>
                <a:off x="842548" y="3857378"/>
                <a:ext cx="121629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517" extrusionOk="0">
                    <a:moveTo>
                      <a:pt x="899" y="1"/>
                    </a:moveTo>
                    <a:cubicBezTo>
                      <a:pt x="827" y="1"/>
                      <a:pt x="827" y="36"/>
                      <a:pt x="827" y="72"/>
                    </a:cubicBezTo>
                    <a:lnTo>
                      <a:pt x="827" y="108"/>
                    </a:lnTo>
                    <a:lnTo>
                      <a:pt x="1" y="818"/>
                    </a:lnTo>
                    <a:lnTo>
                      <a:pt x="1" y="1349"/>
                    </a:lnTo>
                    <a:lnTo>
                      <a:pt x="863" y="2095"/>
                    </a:lnTo>
                    <a:lnTo>
                      <a:pt x="863" y="6516"/>
                    </a:lnTo>
                    <a:lnTo>
                      <a:pt x="899" y="6516"/>
                    </a:lnTo>
                    <a:lnTo>
                      <a:pt x="899" y="1160"/>
                    </a:lnTo>
                    <a:cubicBezTo>
                      <a:pt x="935" y="1160"/>
                      <a:pt x="980" y="1160"/>
                      <a:pt x="980" y="1124"/>
                    </a:cubicBezTo>
                    <a:cubicBezTo>
                      <a:pt x="980" y="1088"/>
                      <a:pt x="935" y="1043"/>
                      <a:pt x="899" y="1043"/>
                    </a:cubicBezTo>
                    <a:cubicBezTo>
                      <a:pt x="827" y="1043"/>
                      <a:pt x="827" y="1088"/>
                      <a:pt x="827" y="1124"/>
                    </a:cubicBezTo>
                    <a:cubicBezTo>
                      <a:pt x="827" y="1160"/>
                      <a:pt x="827" y="1160"/>
                      <a:pt x="863" y="1160"/>
                    </a:cubicBezTo>
                    <a:lnTo>
                      <a:pt x="863" y="2023"/>
                    </a:lnTo>
                    <a:lnTo>
                      <a:pt x="82" y="1313"/>
                    </a:lnTo>
                    <a:lnTo>
                      <a:pt x="82" y="863"/>
                    </a:lnTo>
                    <a:lnTo>
                      <a:pt x="863" y="144"/>
                    </a:lnTo>
                    <a:lnTo>
                      <a:pt x="899" y="144"/>
                    </a:lnTo>
                    <a:cubicBezTo>
                      <a:pt x="935" y="144"/>
                      <a:pt x="980" y="108"/>
                      <a:pt x="980" y="72"/>
                    </a:cubicBezTo>
                    <a:cubicBezTo>
                      <a:pt x="980" y="36"/>
                      <a:pt x="935" y="1"/>
                      <a:pt x="8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8"/>
              <p:cNvSpPr/>
              <p:nvPr/>
            </p:nvSpPr>
            <p:spPr>
              <a:xfrm>
                <a:off x="838085" y="2640614"/>
                <a:ext cx="362284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6331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17"/>
                      <a:pt x="37" y="153"/>
                      <a:pt x="73" y="153"/>
                    </a:cubicBezTo>
                    <a:lnTo>
                      <a:pt x="73" y="2849"/>
                    </a:lnTo>
                    <a:lnTo>
                      <a:pt x="522" y="3263"/>
                    </a:lnTo>
                    <a:lnTo>
                      <a:pt x="522" y="4872"/>
                    </a:lnTo>
                    <a:lnTo>
                      <a:pt x="1421" y="5734"/>
                    </a:lnTo>
                    <a:lnTo>
                      <a:pt x="1421" y="16330"/>
                    </a:lnTo>
                    <a:lnTo>
                      <a:pt x="1502" y="16330"/>
                    </a:lnTo>
                    <a:lnTo>
                      <a:pt x="1502" y="8691"/>
                    </a:lnTo>
                    <a:lnTo>
                      <a:pt x="2095" y="8125"/>
                    </a:lnTo>
                    <a:lnTo>
                      <a:pt x="2095" y="6103"/>
                    </a:lnTo>
                    <a:lnTo>
                      <a:pt x="2922" y="5357"/>
                    </a:lnTo>
                    <a:lnTo>
                      <a:pt x="2922" y="4836"/>
                    </a:lnTo>
                    <a:lnTo>
                      <a:pt x="2140" y="4081"/>
                    </a:lnTo>
                    <a:cubicBezTo>
                      <a:pt x="2140" y="4045"/>
                      <a:pt x="2095" y="4009"/>
                      <a:pt x="2059" y="4009"/>
                    </a:cubicBezTo>
                    <a:cubicBezTo>
                      <a:pt x="2023" y="4009"/>
                      <a:pt x="1987" y="4045"/>
                      <a:pt x="1987" y="4081"/>
                    </a:cubicBezTo>
                    <a:cubicBezTo>
                      <a:pt x="1987" y="4117"/>
                      <a:pt x="2023" y="4162"/>
                      <a:pt x="2059" y="4162"/>
                    </a:cubicBezTo>
                    <a:lnTo>
                      <a:pt x="2095" y="4117"/>
                    </a:lnTo>
                    <a:lnTo>
                      <a:pt x="2850" y="4872"/>
                    </a:lnTo>
                    <a:lnTo>
                      <a:pt x="2850" y="5321"/>
                    </a:lnTo>
                    <a:lnTo>
                      <a:pt x="2095" y="6031"/>
                    </a:lnTo>
                    <a:lnTo>
                      <a:pt x="2095" y="5168"/>
                    </a:lnTo>
                    <a:lnTo>
                      <a:pt x="2140" y="5132"/>
                    </a:lnTo>
                    <a:cubicBezTo>
                      <a:pt x="2140" y="5096"/>
                      <a:pt x="2095" y="5060"/>
                      <a:pt x="2059" y="5060"/>
                    </a:cubicBezTo>
                    <a:cubicBezTo>
                      <a:pt x="2023" y="5060"/>
                      <a:pt x="1987" y="5096"/>
                      <a:pt x="1987" y="5132"/>
                    </a:cubicBezTo>
                    <a:cubicBezTo>
                      <a:pt x="1987" y="5132"/>
                      <a:pt x="1987" y="5168"/>
                      <a:pt x="2023" y="5168"/>
                    </a:cubicBezTo>
                    <a:lnTo>
                      <a:pt x="2023" y="8125"/>
                    </a:lnTo>
                    <a:lnTo>
                      <a:pt x="1502" y="8610"/>
                    </a:lnTo>
                    <a:lnTo>
                      <a:pt x="1502" y="5734"/>
                    </a:lnTo>
                    <a:lnTo>
                      <a:pt x="567" y="4872"/>
                    </a:lnTo>
                    <a:lnTo>
                      <a:pt x="567" y="3218"/>
                    </a:lnTo>
                    <a:lnTo>
                      <a:pt x="118" y="2814"/>
                    </a:lnTo>
                    <a:lnTo>
                      <a:pt x="118" y="153"/>
                    </a:lnTo>
                    <a:cubicBezTo>
                      <a:pt x="153" y="153"/>
                      <a:pt x="189" y="117"/>
                      <a:pt x="189" y="72"/>
                    </a:cubicBezTo>
                    <a:cubicBezTo>
                      <a:pt x="189" y="36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8"/>
              <p:cNvSpPr/>
              <p:nvPr/>
            </p:nvSpPr>
            <p:spPr>
              <a:xfrm>
                <a:off x="713356" y="3309128"/>
                <a:ext cx="129316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939" extrusionOk="0">
                    <a:moveTo>
                      <a:pt x="935" y="1"/>
                    </a:moveTo>
                    <a:cubicBezTo>
                      <a:pt x="899" y="1"/>
                      <a:pt x="854" y="37"/>
                      <a:pt x="854" y="73"/>
                    </a:cubicBezTo>
                    <a:cubicBezTo>
                      <a:pt x="854" y="118"/>
                      <a:pt x="899" y="118"/>
                      <a:pt x="935" y="154"/>
                    </a:cubicBezTo>
                    <a:lnTo>
                      <a:pt x="935" y="3488"/>
                    </a:lnTo>
                    <a:lnTo>
                      <a:pt x="0" y="4342"/>
                    </a:lnTo>
                    <a:lnTo>
                      <a:pt x="0" y="7451"/>
                    </a:lnTo>
                    <a:lnTo>
                      <a:pt x="935" y="8314"/>
                    </a:lnTo>
                    <a:lnTo>
                      <a:pt x="935" y="10938"/>
                    </a:lnTo>
                    <a:lnTo>
                      <a:pt x="971" y="10938"/>
                    </a:lnTo>
                    <a:lnTo>
                      <a:pt x="971" y="8314"/>
                    </a:lnTo>
                    <a:lnTo>
                      <a:pt x="36" y="7451"/>
                    </a:lnTo>
                    <a:lnTo>
                      <a:pt x="36" y="4387"/>
                    </a:lnTo>
                    <a:lnTo>
                      <a:pt x="971" y="3524"/>
                    </a:lnTo>
                    <a:lnTo>
                      <a:pt x="971" y="154"/>
                    </a:lnTo>
                    <a:cubicBezTo>
                      <a:pt x="1007" y="118"/>
                      <a:pt x="1043" y="118"/>
                      <a:pt x="1043" y="73"/>
                    </a:cubicBezTo>
                    <a:cubicBezTo>
                      <a:pt x="1043" y="37"/>
                      <a:pt x="1007" y="1"/>
                      <a:pt x="93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8"/>
              <p:cNvSpPr/>
              <p:nvPr/>
            </p:nvSpPr>
            <p:spPr>
              <a:xfrm>
                <a:off x="754519" y="4024507"/>
                <a:ext cx="135020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5169" extrusionOk="0">
                    <a:moveTo>
                      <a:pt x="73" y="1"/>
                    </a:moveTo>
                    <a:cubicBezTo>
                      <a:pt x="37" y="1"/>
                      <a:pt x="1" y="37"/>
                      <a:pt x="1" y="73"/>
                    </a:cubicBezTo>
                    <a:cubicBezTo>
                      <a:pt x="1" y="108"/>
                      <a:pt x="37" y="144"/>
                      <a:pt x="73" y="144"/>
                    </a:cubicBezTo>
                    <a:lnTo>
                      <a:pt x="117" y="108"/>
                    </a:lnTo>
                    <a:lnTo>
                      <a:pt x="1016" y="935"/>
                    </a:lnTo>
                    <a:lnTo>
                      <a:pt x="1016" y="5168"/>
                    </a:lnTo>
                    <a:lnTo>
                      <a:pt x="1088" y="5168"/>
                    </a:lnTo>
                    <a:lnTo>
                      <a:pt x="1088" y="935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8"/>
              <p:cNvSpPr/>
              <p:nvPr/>
            </p:nvSpPr>
            <p:spPr>
              <a:xfrm>
                <a:off x="2412570" y="3253460"/>
                <a:ext cx="189573" cy="1411913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1388" extrusionOk="0">
                    <a:moveTo>
                      <a:pt x="747" y="0"/>
                    </a:moveTo>
                    <a:cubicBezTo>
                      <a:pt x="711" y="0"/>
                      <a:pt x="675" y="36"/>
                      <a:pt x="675" y="72"/>
                    </a:cubicBezTo>
                    <a:cubicBezTo>
                      <a:pt x="675" y="72"/>
                      <a:pt x="711" y="117"/>
                      <a:pt x="711" y="153"/>
                    </a:cubicBezTo>
                    <a:lnTo>
                      <a:pt x="711" y="8988"/>
                    </a:lnTo>
                    <a:lnTo>
                      <a:pt x="1421" y="9590"/>
                    </a:lnTo>
                    <a:lnTo>
                      <a:pt x="1421" y="10408"/>
                    </a:lnTo>
                    <a:lnTo>
                      <a:pt x="109" y="9248"/>
                    </a:lnTo>
                    <a:lnTo>
                      <a:pt x="109" y="5653"/>
                    </a:lnTo>
                    <a:cubicBezTo>
                      <a:pt x="145" y="5653"/>
                      <a:pt x="145" y="5617"/>
                      <a:pt x="145" y="5582"/>
                    </a:cubicBezTo>
                    <a:cubicBezTo>
                      <a:pt x="145" y="5546"/>
                      <a:pt x="109" y="5510"/>
                      <a:pt x="73" y="5510"/>
                    </a:cubicBezTo>
                    <a:cubicBezTo>
                      <a:pt x="37" y="5510"/>
                      <a:pt x="1" y="5546"/>
                      <a:pt x="1" y="5582"/>
                    </a:cubicBezTo>
                    <a:cubicBezTo>
                      <a:pt x="1" y="5617"/>
                      <a:pt x="37" y="5653"/>
                      <a:pt x="37" y="5653"/>
                    </a:cubicBezTo>
                    <a:lnTo>
                      <a:pt x="37" y="9248"/>
                    </a:lnTo>
                    <a:lnTo>
                      <a:pt x="1421" y="10489"/>
                    </a:lnTo>
                    <a:lnTo>
                      <a:pt x="1421" y="11387"/>
                    </a:lnTo>
                    <a:lnTo>
                      <a:pt x="1457" y="11387"/>
                    </a:lnTo>
                    <a:lnTo>
                      <a:pt x="1457" y="2472"/>
                    </a:lnTo>
                    <a:cubicBezTo>
                      <a:pt x="1493" y="2472"/>
                      <a:pt x="1529" y="2436"/>
                      <a:pt x="1529" y="2400"/>
                    </a:cubicBezTo>
                    <a:cubicBezTo>
                      <a:pt x="1529" y="2364"/>
                      <a:pt x="1493" y="2319"/>
                      <a:pt x="1457" y="2319"/>
                    </a:cubicBezTo>
                    <a:cubicBezTo>
                      <a:pt x="1385" y="2319"/>
                      <a:pt x="1349" y="2364"/>
                      <a:pt x="1349" y="2400"/>
                    </a:cubicBezTo>
                    <a:cubicBezTo>
                      <a:pt x="1349" y="2436"/>
                      <a:pt x="1385" y="2472"/>
                      <a:pt x="1421" y="2472"/>
                    </a:cubicBezTo>
                    <a:lnTo>
                      <a:pt x="1421" y="9509"/>
                    </a:lnTo>
                    <a:lnTo>
                      <a:pt x="783" y="8952"/>
                    </a:lnTo>
                    <a:lnTo>
                      <a:pt x="783" y="153"/>
                    </a:lnTo>
                    <a:cubicBezTo>
                      <a:pt x="819" y="117"/>
                      <a:pt x="854" y="117"/>
                      <a:pt x="854" y="72"/>
                    </a:cubicBezTo>
                    <a:cubicBezTo>
                      <a:pt x="854" y="36"/>
                      <a:pt x="819" y="0"/>
                      <a:pt x="7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8"/>
              <p:cNvSpPr/>
              <p:nvPr/>
            </p:nvSpPr>
            <p:spPr>
              <a:xfrm>
                <a:off x="2667732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8"/>
              <p:cNvSpPr/>
              <p:nvPr/>
            </p:nvSpPr>
            <p:spPr>
              <a:xfrm>
                <a:off x="4571025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8"/>
              <p:cNvSpPr/>
              <p:nvPr/>
            </p:nvSpPr>
            <p:spPr>
              <a:xfrm>
                <a:off x="1947999" y="3949869"/>
                <a:ext cx="180522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771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17"/>
                      <a:pt x="0" y="117"/>
                      <a:pt x="36" y="117"/>
                    </a:cubicBezTo>
                    <a:lnTo>
                      <a:pt x="36" y="710"/>
                    </a:lnTo>
                    <a:lnTo>
                      <a:pt x="485" y="1124"/>
                    </a:lnTo>
                    <a:lnTo>
                      <a:pt x="485" y="4872"/>
                    </a:lnTo>
                    <a:lnTo>
                      <a:pt x="1420" y="5734"/>
                    </a:lnTo>
                    <a:lnTo>
                      <a:pt x="1420" y="5770"/>
                    </a:lnTo>
                    <a:lnTo>
                      <a:pt x="1456" y="5770"/>
                    </a:lnTo>
                    <a:lnTo>
                      <a:pt x="1456" y="5689"/>
                    </a:lnTo>
                    <a:lnTo>
                      <a:pt x="521" y="4872"/>
                    </a:lnTo>
                    <a:lnTo>
                      <a:pt x="521" y="1124"/>
                    </a:lnTo>
                    <a:lnTo>
                      <a:pt x="72" y="710"/>
                    </a:lnTo>
                    <a:lnTo>
                      <a:pt x="72" y="117"/>
                    </a:lnTo>
                    <a:cubicBezTo>
                      <a:pt x="108" y="117"/>
                      <a:pt x="153" y="117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8"/>
              <p:cNvSpPr/>
              <p:nvPr/>
            </p:nvSpPr>
            <p:spPr>
              <a:xfrm>
                <a:off x="2054874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73" y="1"/>
                    </a:moveTo>
                    <a:cubicBezTo>
                      <a:pt x="37" y="1"/>
                      <a:pt x="1" y="36"/>
                      <a:pt x="1" y="72"/>
                    </a:cubicBezTo>
                    <a:cubicBezTo>
                      <a:pt x="1" y="108"/>
                      <a:pt x="1" y="153"/>
                      <a:pt x="37" y="153"/>
                    </a:cubicBezTo>
                    <a:lnTo>
                      <a:pt x="37" y="10336"/>
                    </a:lnTo>
                    <a:lnTo>
                      <a:pt x="971" y="11163"/>
                    </a:lnTo>
                    <a:lnTo>
                      <a:pt x="971" y="11423"/>
                    </a:lnTo>
                    <a:lnTo>
                      <a:pt x="1043" y="11423"/>
                    </a:lnTo>
                    <a:lnTo>
                      <a:pt x="1043" y="11163"/>
                    </a:lnTo>
                    <a:lnTo>
                      <a:pt x="109" y="10300"/>
                    </a:lnTo>
                    <a:lnTo>
                      <a:pt x="109" y="153"/>
                    </a:lnTo>
                    <a:cubicBezTo>
                      <a:pt x="145" y="153"/>
                      <a:pt x="145" y="108"/>
                      <a:pt x="145" y="72"/>
                    </a:cubicBezTo>
                    <a:cubicBezTo>
                      <a:pt x="145" y="3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8"/>
              <p:cNvSpPr/>
              <p:nvPr/>
            </p:nvSpPr>
            <p:spPr>
              <a:xfrm>
                <a:off x="1947999" y="4219531"/>
                <a:ext cx="18970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96" extrusionOk="0">
                    <a:moveTo>
                      <a:pt x="72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36" y="144"/>
                    </a:cubicBezTo>
                    <a:lnTo>
                      <a:pt x="36" y="3595"/>
                    </a:lnTo>
                    <a:lnTo>
                      <a:pt x="72" y="3595"/>
                    </a:lnTo>
                    <a:lnTo>
                      <a:pt x="72" y="144"/>
                    </a:lnTo>
                    <a:cubicBezTo>
                      <a:pt x="108" y="108"/>
                      <a:pt x="153" y="108"/>
                      <a:pt x="153" y="72"/>
                    </a:cubicBezTo>
                    <a:cubicBezTo>
                      <a:pt x="153" y="36"/>
                      <a:pt x="108" y="0"/>
                      <a:pt x="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8"/>
              <p:cNvSpPr/>
              <p:nvPr/>
            </p:nvSpPr>
            <p:spPr>
              <a:xfrm>
                <a:off x="1887742" y="4391123"/>
                <a:ext cx="17978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212" extrusionOk="0">
                    <a:moveTo>
                      <a:pt x="73" y="0"/>
                    </a:moveTo>
                    <a:cubicBezTo>
                      <a:pt x="37" y="0"/>
                      <a:pt x="1" y="36"/>
                      <a:pt x="1" y="72"/>
                    </a:cubicBezTo>
                    <a:cubicBezTo>
                      <a:pt x="1" y="72"/>
                      <a:pt x="37" y="108"/>
                      <a:pt x="73" y="108"/>
                    </a:cubicBezTo>
                    <a:lnTo>
                      <a:pt x="73" y="2211"/>
                    </a:lnTo>
                    <a:lnTo>
                      <a:pt x="109" y="2211"/>
                    </a:lnTo>
                    <a:lnTo>
                      <a:pt x="109" y="108"/>
                    </a:lnTo>
                    <a:cubicBezTo>
                      <a:pt x="145" y="108"/>
                      <a:pt x="145" y="72"/>
                      <a:pt x="145" y="72"/>
                    </a:cubicBezTo>
                    <a:cubicBezTo>
                      <a:pt x="145" y="36"/>
                      <a:pt x="109" y="0"/>
                      <a:pt x="7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8"/>
              <p:cNvSpPr/>
              <p:nvPr/>
            </p:nvSpPr>
            <p:spPr>
              <a:xfrm>
                <a:off x="157691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2130" y="0"/>
                    </a:moveTo>
                    <a:cubicBezTo>
                      <a:pt x="2094" y="0"/>
                      <a:pt x="2058" y="36"/>
                      <a:pt x="2058" y="72"/>
                    </a:cubicBezTo>
                    <a:cubicBezTo>
                      <a:pt x="2058" y="108"/>
                      <a:pt x="2058" y="108"/>
                      <a:pt x="2094" y="153"/>
                    </a:cubicBezTo>
                    <a:lnTo>
                      <a:pt x="2094" y="3523"/>
                    </a:lnTo>
                    <a:lnTo>
                      <a:pt x="3029" y="4377"/>
                    </a:lnTo>
                    <a:lnTo>
                      <a:pt x="3029" y="7450"/>
                    </a:lnTo>
                    <a:lnTo>
                      <a:pt x="2166" y="8241"/>
                    </a:lnTo>
                    <a:lnTo>
                      <a:pt x="2166" y="6327"/>
                    </a:lnTo>
                    <a:cubicBezTo>
                      <a:pt x="2166" y="6327"/>
                      <a:pt x="2202" y="6291"/>
                      <a:pt x="2202" y="6255"/>
                    </a:cubicBezTo>
                    <a:cubicBezTo>
                      <a:pt x="2202" y="6219"/>
                      <a:pt x="2166" y="6174"/>
                      <a:pt x="2130" y="6174"/>
                    </a:cubicBezTo>
                    <a:cubicBezTo>
                      <a:pt x="2094" y="6174"/>
                      <a:pt x="2058" y="6219"/>
                      <a:pt x="2058" y="6255"/>
                    </a:cubicBezTo>
                    <a:cubicBezTo>
                      <a:pt x="2058" y="6291"/>
                      <a:pt x="2058" y="6327"/>
                      <a:pt x="2094" y="6327"/>
                    </a:cubicBezTo>
                    <a:lnTo>
                      <a:pt x="2094" y="11755"/>
                    </a:lnTo>
                    <a:lnTo>
                      <a:pt x="1609" y="11306"/>
                    </a:lnTo>
                    <a:lnTo>
                      <a:pt x="1609" y="2849"/>
                    </a:lnTo>
                    <a:cubicBezTo>
                      <a:pt x="1645" y="2849"/>
                      <a:pt x="1645" y="2804"/>
                      <a:pt x="1645" y="2768"/>
                    </a:cubicBezTo>
                    <a:cubicBezTo>
                      <a:pt x="1645" y="2732"/>
                      <a:pt x="1609" y="2696"/>
                      <a:pt x="1573" y="2696"/>
                    </a:cubicBezTo>
                    <a:cubicBezTo>
                      <a:pt x="1528" y="2696"/>
                      <a:pt x="1492" y="2732"/>
                      <a:pt x="1492" y="2768"/>
                    </a:cubicBezTo>
                    <a:cubicBezTo>
                      <a:pt x="1492" y="2804"/>
                      <a:pt x="1528" y="2849"/>
                      <a:pt x="1573" y="2849"/>
                    </a:cubicBezTo>
                    <a:lnTo>
                      <a:pt x="1573" y="11342"/>
                    </a:lnTo>
                    <a:lnTo>
                      <a:pt x="2094" y="11836"/>
                    </a:lnTo>
                    <a:lnTo>
                      <a:pt x="2094" y="13031"/>
                    </a:lnTo>
                    <a:lnTo>
                      <a:pt x="1007" y="12016"/>
                    </a:lnTo>
                    <a:lnTo>
                      <a:pt x="1007" y="8574"/>
                    </a:lnTo>
                    <a:lnTo>
                      <a:pt x="72" y="7747"/>
                    </a:lnTo>
                    <a:lnTo>
                      <a:pt x="72" y="4646"/>
                    </a:lnTo>
                    <a:lnTo>
                      <a:pt x="1007" y="3820"/>
                    </a:lnTo>
                    <a:lnTo>
                      <a:pt x="1007" y="413"/>
                    </a:lnTo>
                    <a:cubicBezTo>
                      <a:pt x="1043" y="413"/>
                      <a:pt x="1043" y="377"/>
                      <a:pt x="1043" y="377"/>
                    </a:cubicBezTo>
                    <a:cubicBezTo>
                      <a:pt x="1043" y="333"/>
                      <a:pt x="1007" y="297"/>
                      <a:pt x="971" y="297"/>
                    </a:cubicBezTo>
                    <a:cubicBezTo>
                      <a:pt x="935" y="297"/>
                      <a:pt x="899" y="333"/>
                      <a:pt x="899" y="377"/>
                    </a:cubicBezTo>
                    <a:cubicBezTo>
                      <a:pt x="899" y="377"/>
                      <a:pt x="899" y="413"/>
                      <a:pt x="935" y="413"/>
                    </a:cubicBezTo>
                    <a:lnTo>
                      <a:pt x="935" y="3784"/>
                    </a:lnTo>
                    <a:lnTo>
                      <a:pt x="0" y="4646"/>
                    </a:lnTo>
                    <a:lnTo>
                      <a:pt x="0" y="7747"/>
                    </a:lnTo>
                    <a:lnTo>
                      <a:pt x="935" y="8610"/>
                    </a:lnTo>
                    <a:lnTo>
                      <a:pt x="935" y="12061"/>
                    </a:lnTo>
                    <a:lnTo>
                      <a:pt x="2094" y="13103"/>
                    </a:lnTo>
                    <a:lnTo>
                      <a:pt x="2094" y="14568"/>
                    </a:lnTo>
                    <a:lnTo>
                      <a:pt x="2166" y="14568"/>
                    </a:lnTo>
                    <a:lnTo>
                      <a:pt x="2166" y="8313"/>
                    </a:lnTo>
                    <a:lnTo>
                      <a:pt x="3065" y="7450"/>
                    </a:lnTo>
                    <a:lnTo>
                      <a:pt x="3065" y="4341"/>
                    </a:lnTo>
                    <a:lnTo>
                      <a:pt x="2166" y="3478"/>
                    </a:lnTo>
                    <a:lnTo>
                      <a:pt x="2166" y="153"/>
                    </a:lnTo>
                    <a:cubicBezTo>
                      <a:pt x="2166" y="108"/>
                      <a:pt x="2202" y="108"/>
                      <a:pt x="2202" y="72"/>
                    </a:cubicBezTo>
                    <a:cubicBezTo>
                      <a:pt x="2202" y="36"/>
                      <a:pt x="2166" y="0"/>
                      <a:pt x="21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8"/>
              <p:cNvSpPr/>
              <p:nvPr/>
            </p:nvSpPr>
            <p:spPr>
              <a:xfrm>
                <a:off x="1075392" y="3304664"/>
                <a:ext cx="278718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10975" extrusionOk="0">
                    <a:moveTo>
                      <a:pt x="1574" y="1"/>
                    </a:moveTo>
                    <a:cubicBezTo>
                      <a:pt x="1529" y="1"/>
                      <a:pt x="1493" y="1"/>
                      <a:pt x="1493" y="37"/>
                    </a:cubicBezTo>
                    <a:lnTo>
                      <a:pt x="1493" y="73"/>
                    </a:lnTo>
                    <a:lnTo>
                      <a:pt x="594" y="936"/>
                    </a:lnTo>
                    <a:lnTo>
                      <a:pt x="594" y="8350"/>
                    </a:lnTo>
                    <a:lnTo>
                      <a:pt x="73" y="7901"/>
                    </a:lnTo>
                    <a:lnTo>
                      <a:pt x="73" y="5133"/>
                    </a:lnTo>
                    <a:cubicBezTo>
                      <a:pt x="109" y="5133"/>
                      <a:pt x="145" y="5097"/>
                      <a:pt x="145" y="5052"/>
                    </a:cubicBezTo>
                    <a:cubicBezTo>
                      <a:pt x="145" y="5016"/>
                      <a:pt x="109" y="5016"/>
                      <a:pt x="73" y="5016"/>
                    </a:cubicBezTo>
                    <a:cubicBezTo>
                      <a:pt x="37" y="5016"/>
                      <a:pt x="1" y="5016"/>
                      <a:pt x="1" y="5052"/>
                    </a:cubicBezTo>
                    <a:cubicBezTo>
                      <a:pt x="1" y="5097"/>
                      <a:pt x="1" y="5133"/>
                      <a:pt x="37" y="5133"/>
                    </a:cubicBezTo>
                    <a:lnTo>
                      <a:pt x="37" y="7937"/>
                    </a:lnTo>
                    <a:lnTo>
                      <a:pt x="2167" y="9887"/>
                    </a:lnTo>
                    <a:lnTo>
                      <a:pt x="2167" y="10974"/>
                    </a:lnTo>
                    <a:lnTo>
                      <a:pt x="2203" y="10974"/>
                    </a:lnTo>
                    <a:lnTo>
                      <a:pt x="2203" y="7523"/>
                    </a:lnTo>
                    <a:cubicBezTo>
                      <a:pt x="2248" y="7487"/>
                      <a:pt x="2248" y="7487"/>
                      <a:pt x="2248" y="7451"/>
                    </a:cubicBezTo>
                    <a:cubicBezTo>
                      <a:pt x="2248" y="7415"/>
                      <a:pt x="2203" y="7379"/>
                      <a:pt x="2167" y="7379"/>
                    </a:cubicBezTo>
                    <a:cubicBezTo>
                      <a:pt x="2131" y="7379"/>
                      <a:pt x="2095" y="7415"/>
                      <a:pt x="2095" y="7451"/>
                    </a:cubicBezTo>
                    <a:cubicBezTo>
                      <a:pt x="2095" y="7487"/>
                      <a:pt x="2131" y="7487"/>
                      <a:pt x="2167" y="7523"/>
                    </a:cubicBezTo>
                    <a:lnTo>
                      <a:pt x="2167" y="9249"/>
                    </a:lnTo>
                    <a:lnTo>
                      <a:pt x="1044" y="8242"/>
                    </a:lnTo>
                    <a:lnTo>
                      <a:pt x="1044" y="1277"/>
                    </a:lnTo>
                    <a:cubicBezTo>
                      <a:pt x="1079" y="1277"/>
                      <a:pt x="1079" y="1232"/>
                      <a:pt x="1079" y="1232"/>
                    </a:cubicBezTo>
                    <a:cubicBezTo>
                      <a:pt x="1079" y="1196"/>
                      <a:pt x="1044" y="1160"/>
                      <a:pt x="1008" y="1160"/>
                    </a:cubicBezTo>
                    <a:cubicBezTo>
                      <a:pt x="972" y="1160"/>
                      <a:pt x="936" y="1196"/>
                      <a:pt x="936" y="1232"/>
                    </a:cubicBezTo>
                    <a:lnTo>
                      <a:pt x="972" y="1277"/>
                    </a:lnTo>
                    <a:lnTo>
                      <a:pt x="972" y="8242"/>
                    </a:lnTo>
                    <a:lnTo>
                      <a:pt x="2167" y="9321"/>
                    </a:lnTo>
                    <a:lnTo>
                      <a:pt x="2167" y="9815"/>
                    </a:lnTo>
                    <a:lnTo>
                      <a:pt x="630" y="8422"/>
                    </a:lnTo>
                    <a:lnTo>
                      <a:pt x="630" y="936"/>
                    </a:lnTo>
                    <a:lnTo>
                      <a:pt x="1529" y="109"/>
                    </a:lnTo>
                    <a:lnTo>
                      <a:pt x="1574" y="109"/>
                    </a:lnTo>
                    <a:cubicBezTo>
                      <a:pt x="1610" y="109"/>
                      <a:pt x="1646" y="109"/>
                      <a:pt x="1646" y="37"/>
                    </a:cubicBezTo>
                    <a:cubicBezTo>
                      <a:pt x="1646" y="1"/>
                      <a:pt x="1610" y="1"/>
                      <a:pt x="15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8"/>
              <p:cNvSpPr/>
              <p:nvPr/>
            </p:nvSpPr>
            <p:spPr>
              <a:xfrm>
                <a:off x="1395274" y="3930900"/>
                <a:ext cx="19094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24" extrusionOk="0">
                    <a:moveTo>
                      <a:pt x="72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72" y="5923"/>
                    </a:lnTo>
                    <a:lnTo>
                      <a:pt x="72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8"/>
              <p:cNvSpPr/>
              <p:nvPr/>
            </p:nvSpPr>
            <p:spPr>
              <a:xfrm>
                <a:off x="2412570" y="4543745"/>
                <a:ext cx="17978" cy="12162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981" extrusionOk="0">
                    <a:moveTo>
                      <a:pt x="73" y="1"/>
                    </a:moveTo>
                    <a:cubicBezTo>
                      <a:pt x="37" y="1"/>
                      <a:pt x="1" y="46"/>
                      <a:pt x="1" y="82"/>
                    </a:cubicBezTo>
                    <a:cubicBezTo>
                      <a:pt x="1" y="117"/>
                      <a:pt x="37" y="153"/>
                      <a:pt x="37" y="153"/>
                    </a:cubicBezTo>
                    <a:lnTo>
                      <a:pt x="37" y="980"/>
                    </a:lnTo>
                    <a:lnTo>
                      <a:pt x="109" y="980"/>
                    </a:lnTo>
                    <a:lnTo>
                      <a:pt x="109" y="153"/>
                    </a:lnTo>
                    <a:cubicBezTo>
                      <a:pt x="145" y="153"/>
                      <a:pt x="145" y="117"/>
                      <a:pt x="145" y="82"/>
                    </a:cubicBezTo>
                    <a:cubicBezTo>
                      <a:pt x="145" y="46"/>
                      <a:pt x="109" y="1"/>
                      <a:pt x="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8"/>
              <p:cNvSpPr/>
              <p:nvPr/>
            </p:nvSpPr>
            <p:spPr>
              <a:xfrm>
                <a:off x="2245439" y="3276892"/>
                <a:ext cx="116050" cy="138848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1199" extrusionOk="0">
                    <a:moveTo>
                      <a:pt x="854" y="0"/>
                    </a:moveTo>
                    <a:cubicBezTo>
                      <a:pt x="818" y="0"/>
                      <a:pt x="783" y="36"/>
                      <a:pt x="783" y="72"/>
                    </a:cubicBezTo>
                    <a:lnTo>
                      <a:pt x="783" y="108"/>
                    </a:lnTo>
                    <a:lnTo>
                      <a:pt x="1" y="827"/>
                    </a:lnTo>
                    <a:lnTo>
                      <a:pt x="1" y="1348"/>
                    </a:lnTo>
                    <a:lnTo>
                      <a:pt x="854" y="2130"/>
                    </a:lnTo>
                    <a:lnTo>
                      <a:pt x="854" y="11198"/>
                    </a:lnTo>
                    <a:lnTo>
                      <a:pt x="899" y="11198"/>
                    </a:lnTo>
                    <a:lnTo>
                      <a:pt x="899" y="2094"/>
                    </a:lnTo>
                    <a:lnTo>
                      <a:pt x="73" y="1312"/>
                    </a:lnTo>
                    <a:lnTo>
                      <a:pt x="73" y="863"/>
                    </a:lnTo>
                    <a:lnTo>
                      <a:pt x="854" y="153"/>
                    </a:lnTo>
                    <a:cubicBezTo>
                      <a:pt x="899" y="153"/>
                      <a:pt x="935" y="108"/>
                      <a:pt x="935" y="72"/>
                    </a:cubicBezTo>
                    <a:cubicBezTo>
                      <a:pt x="935" y="36"/>
                      <a:pt x="899" y="0"/>
                      <a:pt x="8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8"/>
              <p:cNvSpPr/>
              <p:nvPr/>
            </p:nvSpPr>
            <p:spPr>
              <a:xfrm>
                <a:off x="2156293" y="3444021"/>
                <a:ext cx="13055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9851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108"/>
                      <a:pt x="46" y="153"/>
                      <a:pt x="82" y="153"/>
                    </a:cubicBezTo>
                    <a:lnTo>
                      <a:pt x="117" y="153"/>
                    </a:lnTo>
                    <a:lnTo>
                      <a:pt x="1016" y="935"/>
                    </a:lnTo>
                    <a:lnTo>
                      <a:pt x="1016" y="9850"/>
                    </a:lnTo>
                    <a:lnTo>
                      <a:pt x="1052" y="9850"/>
                    </a:lnTo>
                    <a:lnTo>
                      <a:pt x="1052" y="935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17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8"/>
              <p:cNvSpPr/>
              <p:nvPr/>
            </p:nvSpPr>
            <p:spPr>
              <a:xfrm>
                <a:off x="3786572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28"/>
              <p:cNvSpPr/>
              <p:nvPr/>
            </p:nvSpPr>
            <p:spPr>
              <a:xfrm>
                <a:off x="2106204" y="2728642"/>
                <a:ext cx="133780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15621" extrusionOk="0">
                    <a:moveTo>
                      <a:pt x="1007" y="1"/>
                    </a:moveTo>
                    <a:cubicBezTo>
                      <a:pt x="971" y="1"/>
                      <a:pt x="935" y="36"/>
                      <a:pt x="935" y="81"/>
                    </a:cubicBezTo>
                    <a:cubicBezTo>
                      <a:pt x="935" y="117"/>
                      <a:pt x="971" y="117"/>
                      <a:pt x="971" y="153"/>
                    </a:cubicBezTo>
                    <a:lnTo>
                      <a:pt x="971" y="3523"/>
                    </a:lnTo>
                    <a:lnTo>
                      <a:pt x="72" y="4350"/>
                    </a:lnTo>
                    <a:lnTo>
                      <a:pt x="72" y="12133"/>
                    </a:lnTo>
                    <a:lnTo>
                      <a:pt x="971" y="12996"/>
                    </a:lnTo>
                    <a:lnTo>
                      <a:pt x="971" y="15090"/>
                    </a:lnTo>
                    <a:lnTo>
                      <a:pt x="108" y="14308"/>
                    </a:lnTo>
                    <a:lnTo>
                      <a:pt x="108" y="13032"/>
                    </a:lnTo>
                    <a:cubicBezTo>
                      <a:pt x="144" y="13032"/>
                      <a:pt x="144" y="12996"/>
                      <a:pt x="144" y="12960"/>
                    </a:cubicBezTo>
                    <a:cubicBezTo>
                      <a:pt x="144" y="12924"/>
                      <a:pt x="144" y="12888"/>
                      <a:pt x="72" y="12888"/>
                    </a:cubicBezTo>
                    <a:cubicBezTo>
                      <a:pt x="36" y="12888"/>
                      <a:pt x="0" y="12924"/>
                      <a:pt x="0" y="12960"/>
                    </a:cubicBezTo>
                    <a:cubicBezTo>
                      <a:pt x="0" y="12996"/>
                      <a:pt x="36" y="13032"/>
                      <a:pt x="72" y="13032"/>
                    </a:cubicBezTo>
                    <a:lnTo>
                      <a:pt x="72" y="14308"/>
                    </a:lnTo>
                    <a:lnTo>
                      <a:pt x="971" y="15171"/>
                    </a:lnTo>
                    <a:lnTo>
                      <a:pt x="971" y="15620"/>
                    </a:lnTo>
                    <a:lnTo>
                      <a:pt x="1043" y="15620"/>
                    </a:lnTo>
                    <a:lnTo>
                      <a:pt x="1043" y="12996"/>
                    </a:lnTo>
                    <a:lnTo>
                      <a:pt x="108" y="12133"/>
                    </a:lnTo>
                    <a:lnTo>
                      <a:pt x="108" y="4386"/>
                    </a:lnTo>
                    <a:lnTo>
                      <a:pt x="1043" y="3523"/>
                    </a:lnTo>
                    <a:lnTo>
                      <a:pt x="1043" y="153"/>
                    </a:lnTo>
                    <a:cubicBezTo>
                      <a:pt x="1079" y="117"/>
                      <a:pt x="1079" y="117"/>
                      <a:pt x="1079" y="81"/>
                    </a:cubicBezTo>
                    <a:cubicBezTo>
                      <a:pt x="1079" y="36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28"/>
              <p:cNvSpPr/>
              <p:nvPr/>
            </p:nvSpPr>
            <p:spPr>
              <a:xfrm>
                <a:off x="4260071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28"/>
              <p:cNvSpPr/>
              <p:nvPr/>
            </p:nvSpPr>
            <p:spPr>
              <a:xfrm>
                <a:off x="4496262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28"/>
              <p:cNvSpPr/>
              <p:nvPr/>
            </p:nvSpPr>
            <p:spPr>
              <a:xfrm>
                <a:off x="3214877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28"/>
              <p:cNvSpPr/>
              <p:nvPr/>
            </p:nvSpPr>
            <p:spPr>
              <a:xfrm>
                <a:off x="1399737" y="3304664"/>
                <a:ext cx="274255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0975" extrusionOk="0">
                    <a:moveTo>
                      <a:pt x="81" y="1"/>
                    </a:moveTo>
                    <a:cubicBezTo>
                      <a:pt x="36" y="1"/>
                      <a:pt x="0" y="37"/>
                      <a:pt x="0" y="73"/>
                    </a:cubicBezTo>
                    <a:cubicBezTo>
                      <a:pt x="0" y="109"/>
                      <a:pt x="36" y="154"/>
                      <a:pt x="81" y="154"/>
                    </a:cubicBezTo>
                    <a:lnTo>
                      <a:pt x="81" y="1457"/>
                    </a:lnTo>
                    <a:lnTo>
                      <a:pt x="1016" y="2320"/>
                    </a:lnTo>
                    <a:lnTo>
                      <a:pt x="1016" y="9923"/>
                    </a:lnTo>
                    <a:lnTo>
                      <a:pt x="2139" y="10974"/>
                    </a:lnTo>
                    <a:lnTo>
                      <a:pt x="2211" y="10974"/>
                    </a:lnTo>
                    <a:lnTo>
                      <a:pt x="1052" y="9923"/>
                    </a:lnTo>
                    <a:lnTo>
                      <a:pt x="1052" y="2320"/>
                    </a:lnTo>
                    <a:lnTo>
                      <a:pt x="153" y="1457"/>
                    </a:lnTo>
                    <a:lnTo>
                      <a:pt x="153" y="154"/>
                    </a:lnTo>
                    <a:lnTo>
                      <a:pt x="153" y="73"/>
                    </a:lnTo>
                    <a:cubicBezTo>
                      <a:pt x="153" y="37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8"/>
              <p:cNvSpPr/>
              <p:nvPr/>
            </p:nvSpPr>
            <p:spPr>
              <a:xfrm>
                <a:off x="4101866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8"/>
              <p:cNvSpPr/>
              <p:nvPr/>
            </p:nvSpPr>
            <p:spPr>
              <a:xfrm>
                <a:off x="4046197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8"/>
              <p:cNvSpPr/>
              <p:nvPr/>
            </p:nvSpPr>
            <p:spPr>
              <a:xfrm>
                <a:off x="2788121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8"/>
              <p:cNvSpPr/>
              <p:nvPr/>
            </p:nvSpPr>
            <p:spPr>
              <a:xfrm>
                <a:off x="1348407" y="2812206"/>
                <a:ext cx="269791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4947" extrusionOk="0">
                    <a:moveTo>
                      <a:pt x="82" y="1"/>
                    </a:moveTo>
                    <a:cubicBezTo>
                      <a:pt x="46" y="1"/>
                      <a:pt x="1" y="37"/>
                      <a:pt x="1" y="81"/>
                    </a:cubicBezTo>
                    <a:cubicBezTo>
                      <a:pt x="1" y="117"/>
                      <a:pt x="1" y="153"/>
                      <a:pt x="46" y="153"/>
                    </a:cubicBezTo>
                    <a:lnTo>
                      <a:pt x="46" y="5653"/>
                    </a:lnTo>
                    <a:lnTo>
                      <a:pt x="980" y="6480"/>
                    </a:lnTo>
                    <a:lnTo>
                      <a:pt x="980" y="13895"/>
                    </a:lnTo>
                    <a:lnTo>
                      <a:pt x="2104" y="14946"/>
                    </a:lnTo>
                    <a:lnTo>
                      <a:pt x="2176" y="14946"/>
                    </a:lnTo>
                    <a:lnTo>
                      <a:pt x="1052" y="13859"/>
                    </a:lnTo>
                    <a:lnTo>
                      <a:pt x="1052" y="6480"/>
                    </a:lnTo>
                    <a:lnTo>
                      <a:pt x="118" y="5618"/>
                    </a:lnTo>
                    <a:lnTo>
                      <a:pt x="118" y="153"/>
                    </a:lnTo>
                    <a:cubicBezTo>
                      <a:pt x="154" y="153"/>
                      <a:pt x="154" y="117"/>
                      <a:pt x="154" y="81"/>
                    </a:cubicBezTo>
                    <a:cubicBezTo>
                      <a:pt x="154" y="37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8"/>
              <p:cNvSpPr/>
              <p:nvPr/>
            </p:nvSpPr>
            <p:spPr>
              <a:xfrm>
                <a:off x="4617768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8"/>
              <p:cNvSpPr/>
              <p:nvPr/>
            </p:nvSpPr>
            <p:spPr>
              <a:xfrm>
                <a:off x="5323862" y="3444021"/>
                <a:ext cx="134896" cy="1221352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9851" extrusionOk="0">
                    <a:moveTo>
                      <a:pt x="1007" y="0"/>
                    </a:moveTo>
                    <a:cubicBezTo>
                      <a:pt x="935" y="0"/>
                      <a:pt x="899" y="36"/>
                      <a:pt x="899" y="72"/>
                    </a:cubicBezTo>
                    <a:lnTo>
                      <a:pt x="935" y="108"/>
                    </a:lnTo>
                    <a:lnTo>
                      <a:pt x="0" y="935"/>
                    </a:lnTo>
                    <a:lnTo>
                      <a:pt x="0" y="9850"/>
                    </a:lnTo>
                    <a:lnTo>
                      <a:pt x="72" y="9850"/>
                    </a:lnTo>
                    <a:lnTo>
                      <a:pt x="72" y="935"/>
                    </a:lnTo>
                    <a:lnTo>
                      <a:pt x="971" y="153"/>
                    </a:lnTo>
                    <a:lnTo>
                      <a:pt x="1007" y="153"/>
                    </a:lnTo>
                    <a:cubicBezTo>
                      <a:pt x="1043" y="153"/>
                      <a:pt x="1088" y="108"/>
                      <a:pt x="1088" y="72"/>
                    </a:cubicBezTo>
                    <a:cubicBezTo>
                      <a:pt x="1088" y="36"/>
                      <a:pt x="1043" y="0"/>
                      <a:pt x="10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8"/>
              <p:cNvSpPr/>
              <p:nvPr/>
            </p:nvSpPr>
            <p:spPr>
              <a:xfrm>
                <a:off x="5002865" y="3230027"/>
                <a:ext cx="135020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1577" extrusionOk="0">
                    <a:moveTo>
                      <a:pt x="1016" y="1"/>
                    </a:moveTo>
                    <a:cubicBezTo>
                      <a:pt x="980" y="1"/>
                      <a:pt x="935" y="37"/>
                      <a:pt x="935" y="82"/>
                    </a:cubicBezTo>
                    <a:cubicBezTo>
                      <a:pt x="935" y="118"/>
                      <a:pt x="935" y="154"/>
                      <a:pt x="980" y="154"/>
                    </a:cubicBezTo>
                    <a:lnTo>
                      <a:pt x="980" y="5878"/>
                    </a:lnTo>
                    <a:lnTo>
                      <a:pt x="1" y="6777"/>
                    </a:lnTo>
                    <a:lnTo>
                      <a:pt x="1" y="11576"/>
                    </a:lnTo>
                    <a:lnTo>
                      <a:pt x="82" y="11576"/>
                    </a:lnTo>
                    <a:lnTo>
                      <a:pt x="82" y="6822"/>
                    </a:lnTo>
                    <a:lnTo>
                      <a:pt x="1052" y="5923"/>
                    </a:lnTo>
                    <a:lnTo>
                      <a:pt x="1052" y="154"/>
                    </a:lnTo>
                    <a:cubicBezTo>
                      <a:pt x="1088" y="154"/>
                      <a:pt x="1088" y="118"/>
                      <a:pt x="1088" y="82"/>
                    </a:cubicBezTo>
                    <a:cubicBezTo>
                      <a:pt x="1088" y="37"/>
                      <a:pt x="1052" y="1"/>
                      <a:pt x="101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8"/>
              <p:cNvSpPr/>
              <p:nvPr/>
            </p:nvSpPr>
            <p:spPr>
              <a:xfrm>
                <a:off x="5114328" y="4391123"/>
                <a:ext cx="111586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212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72"/>
                    </a:cubicBezTo>
                    <a:cubicBezTo>
                      <a:pt x="0" y="108"/>
                      <a:pt x="36" y="153"/>
                      <a:pt x="81" y="153"/>
                    </a:cubicBezTo>
                    <a:lnTo>
                      <a:pt x="81" y="1537"/>
                    </a:lnTo>
                    <a:lnTo>
                      <a:pt x="791" y="2211"/>
                    </a:lnTo>
                    <a:lnTo>
                      <a:pt x="899" y="2211"/>
                    </a:lnTo>
                    <a:lnTo>
                      <a:pt x="153" y="1501"/>
                    </a:lnTo>
                    <a:lnTo>
                      <a:pt x="153" y="108"/>
                    </a:lnTo>
                    <a:lnTo>
                      <a:pt x="153" y="72"/>
                    </a:lnTo>
                    <a:cubicBezTo>
                      <a:pt x="153" y="36"/>
                      <a:pt x="153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8"/>
              <p:cNvSpPr/>
              <p:nvPr/>
            </p:nvSpPr>
            <p:spPr>
              <a:xfrm>
                <a:off x="5648083" y="4219531"/>
                <a:ext cx="19094" cy="44584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596" extrusionOk="0">
                    <a:moveTo>
                      <a:pt x="81" y="0"/>
                    </a:moveTo>
                    <a:cubicBezTo>
                      <a:pt x="45" y="0"/>
                      <a:pt x="0" y="36"/>
                      <a:pt x="0" y="72"/>
                    </a:cubicBezTo>
                    <a:cubicBezTo>
                      <a:pt x="0" y="108"/>
                      <a:pt x="0" y="108"/>
                      <a:pt x="45" y="144"/>
                    </a:cubicBezTo>
                    <a:lnTo>
                      <a:pt x="45" y="3595"/>
                    </a:lnTo>
                    <a:lnTo>
                      <a:pt x="117" y="3595"/>
                    </a:lnTo>
                    <a:lnTo>
                      <a:pt x="117" y="144"/>
                    </a:lnTo>
                    <a:cubicBezTo>
                      <a:pt x="117" y="108"/>
                      <a:pt x="153" y="108"/>
                      <a:pt x="153" y="72"/>
                    </a:cubicBezTo>
                    <a:cubicBezTo>
                      <a:pt x="153" y="36"/>
                      <a:pt x="117" y="0"/>
                      <a:pt x="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8"/>
              <p:cNvSpPr/>
              <p:nvPr/>
            </p:nvSpPr>
            <p:spPr>
              <a:xfrm>
                <a:off x="5992389" y="2812206"/>
                <a:ext cx="274255" cy="1853166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14947" extrusionOk="0">
                    <a:moveTo>
                      <a:pt x="2130" y="1"/>
                    </a:moveTo>
                    <a:cubicBezTo>
                      <a:pt x="2058" y="1"/>
                      <a:pt x="2023" y="37"/>
                      <a:pt x="2023" y="81"/>
                    </a:cubicBezTo>
                    <a:cubicBezTo>
                      <a:pt x="2023" y="117"/>
                      <a:pt x="2058" y="153"/>
                      <a:pt x="2094" y="153"/>
                    </a:cubicBezTo>
                    <a:lnTo>
                      <a:pt x="2094" y="5618"/>
                    </a:lnTo>
                    <a:lnTo>
                      <a:pt x="1160" y="6480"/>
                    </a:lnTo>
                    <a:lnTo>
                      <a:pt x="1160" y="13859"/>
                    </a:lnTo>
                    <a:lnTo>
                      <a:pt x="0" y="14946"/>
                    </a:lnTo>
                    <a:lnTo>
                      <a:pt x="72" y="14946"/>
                    </a:lnTo>
                    <a:lnTo>
                      <a:pt x="1232" y="13895"/>
                    </a:lnTo>
                    <a:lnTo>
                      <a:pt x="1232" y="6480"/>
                    </a:lnTo>
                    <a:lnTo>
                      <a:pt x="2130" y="5653"/>
                    </a:lnTo>
                    <a:lnTo>
                      <a:pt x="2130" y="153"/>
                    </a:lnTo>
                    <a:cubicBezTo>
                      <a:pt x="2166" y="153"/>
                      <a:pt x="2211" y="117"/>
                      <a:pt x="2211" y="81"/>
                    </a:cubicBezTo>
                    <a:cubicBezTo>
                      <a:pt x="2211" y="37"/>
                      <a:pt x="2166" y="1"/>
                      <a:pt x="21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8"/>
              <p:cNvSpPr/>
              <p:nvPr/>
            </p:nvSpPr>
            <p:spPr>
              <a:xfrm>
                <a:off x="5653662" y="2859071"/>
                <a:ext cx="380014" cy="1806301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4569" extrusionOk="0">
                    <a:moveTo>
                      <a:pt x="971" y="0"/>
                    </a:moveTo>
                    <a:cubicBezTo>
                      <a:pt x="935" y="0"/>
                      <a:pt x="899" y="36"/>
                      <a:pt x="899" y="72"/>
                    </a:cubicBezTo>
                    <a:cubicBezTo>
                      <a:pt x="899" y="108"/>
                      <a:pt x="899" y="108"/>
                      <a:pt x="935" y="153"/>
                    </a:cubicBezTo>
                    <a:lnTo>
                      <a:pt x="935" y="3478"/>
                    </a:lnTo>
                    <a:lnTo>
                      <a:pt x="0" y="4341"/>
                    </a:lnTo>
                    <a:lnTo>
                      <a:pt x="0" y="7450"/>
                    </a:lnTo>
                    <a:lnTo>
                      <a:pt x="935" y="8313"/>
                    </a:lnTo>
                    <a:lnTo>
                      <a:pt x="935" y="14568"/>
                    </a:lnTo>
                    <a:lnTo>
                      <a:pt x="971" y="14568"/>
                    </a:lnTo>
                    <a:lnTo>
                      <a:pt x="971" y="13103"/>
                    </a:lnTo>
                    <a:lnTo>
                      <a:pt x="2130" y="12061"/>
                    </a:lnTo>
                    <a:lnTo>
                      <a:pt x="2130" y="8610"/>
                    </a:lnTo>
                    <a:lnTo>
                      <a:pt x="3065" y="7747"/>
                    </a:lnTo>
                    <a:lnTo>
                      <a:pt x="3065" y="4646"/>
                    </a:lnTo>
                    <a:lnTo>
                      <a:pt x="2130" y="3784"/>
                    </a:lnTo>
                    <a:lnTo>
                      <a:pt x="2130" y="413"/>
                    </a:lnTo>
                    <a:cubicBezTo>
                      <a:pt x="2166" y="413"/>
                      <a:pt x="2202" y="377"/>
                      <a:pt x="2202" y="377"/>
                    </a:cubicBezTo>
                    <a:cubicBezTo>
                      <a:pt x="2202" y="333"/>
                      <a:pt x="2166" y="297"/>
                      <a:pt x="2130" y="297"/>
                    </a:cubicBezTo>
                    <a:cubicBezTo>
                      <a:pt x="2058" y="297"/>
                      <a:pt x="2022" y="333"/>
                      <a:pt x="2022" y="377"/>
                    </a:cubicBezTo>
                    <a:cubicBezTo>
                      <a:pt x="2022" y="377"/>
                      <a:pt x="2058" y="413"/>
                      <a:pt x="2094" y="413"/>
                    </a:cubicBezTo>
                    <a:lnTo>
                      <a:pt x="2094" y="3820"/>
                    </a:lnTo>
                    <a:lnTo>
                      <a:pt x="3029" y="4646"/>
                    </a:lnTo>
                    <a:lnTo>
                      <a:pt x="3029" y="7747"/>
                    </a:lnTo>
                    <a:lnTo>
                      <a:pt x="2094" y="8574"/>
                    </a:lnTo>
                    <a:lnTo>
                      <a:pt x="2094" y="12016"/>
                    </a:lnTo>
                    <a:lnTo>
                      <a:pt x="971" y="13031"/>
                    </a:lnTo>
                    <a:lnTo>
                      <a:pt x="971" y="11836"/>
                    </a:lnTo>
                    <a:lnTo>
                      <a:pt x="1528" y="11342"/>
                    </a:lnTo>
                    <a:lnTo>
                      <a:pt x="1528" y="2849"/>
                    </a:lnTo>
                    <a:cubicBezTo>
                      <a:pt x="1573" y="2849"/>
                      <a:pt x="1573" y="2804"/>
                      <a:pt x="1573" y="2768"/>
                    </a:cubicBezTo>
                    <a:cubicBezTo>
                      <a:pt x="1573" y="2732"/>
                      <a:pt x="1573" y="2696"/>
                      <a:pt x="1492" y="2696"/>
                    </a:cubicBezTo>
                    <a:cubicBezTo>
                      <a:pt x="1456" y="2696"/>
                      <a:pt x="1420" y="2732"/>
                      <a:pt x="1420" y="2768"/>
                    </a:cubicBezTo>
                    <a:cubicBezTo>
                      <a:pt x="1420" y="2804"/>
                      <a:pt x="1456" y="2849"/>
                      <a:pt x="1492" y="2849"/>
                    </a:cubicBezTo>
                    <a:lnTo>
                      <a:pt x="1492" y="11306"/>
                    </a:lnTo>
                    <a:lnTo>
                      <a:pt x="971" y="11755"/>
                    </a:lnTo>
                    <a:lnTo>
                      <a:pt x="971" y="6327"/>
                    </a:lnTo>
                    <a:cubicBezTo>
                      <a:pt x="1007" y="6327"/>
                      <a:pt x="1043" y="6291"/>
                      <a:pt x="1043" y="6255"/>
                    </a:cubicBezTo>
                    <a:cubicBezTo>
                      <a:pt x="1043" y="6219"/>
                      <a:pt x="1007" y="6174"/>
                      <a:pt x="971" y="6174"/>
                    </a:cubicBezTo>
                    <a:cubicBezTo>
                      <a:pt x="935" y="6174"/>
                      <a:pt x="899" y="6219"/>
                      <a:pt x="899" y="6255"/>
                    </a:cubicBezTo>
                    <a:cubicBezTo>
                      <a:pt x="899" y="6291"/>
                      <a:pt x="899" y="6327"/>
                      <a:pt x="935" y="6327"/>
                    </a:cubicBezTo>
                    <a:lnTo>
                      <a:pt x="935" y="8241"/>
                    </a:lnTo>
                    <a:lnTo>
                      <a:pt x="72" y="7450"/>
                    </a:lnTo>
                    <a:lnTo>
                      <a:pt x="72" y="4377"/>
                    </a:lnTo>
                    <a:lnTo>
                      <a:pt x="971" y="3523"/>
                    </a:lnTo>
                    <a:lnTo>
                      <a:pt x="971" y="153"/>
                    </a:lnTo>
                    <a:cubicBezTo>
                      <a:pt x="1007" y="108"/>
                      <a:pt x="1043" y="108"/>
                      <a:pt x="1043" y="72"/>
                    </a:cubicBezTo>
                    <a:cubicBezTo>
                      <a:pt x="1043" y="36"/>
                      <a:pt x="1007" y="0"/>
                      <a:pt x="9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8"/>
              <p:cNvSpPr/>
              <p:nvPr/>
            </p:nvSpPr>
            <p:spPr>
              <a:xfrm>
                <a:off x="5480951" y="3949869"/>
                <a:ext cx="186225" cy="715503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771" extrusionOk="0">
                    <a:moveTo>
                      <a:pt x="1429" y="0"/>
                    </a:moveTo>
                    <a:cubicBezTo>
                      <a:pt x="1393" y="0"/>
                      <a:pt x="1348" y="36"/>
                      <a:pt x="1348" y="72"/>
                    </a:cubicBezTo>
                    <a:cubicBezTo>
                      <a:pt x="1348" y="117"/>
                      <a:pt x="1348" y="117"/>
                      <a:pt x="1393" y="117"/>
                    </a:cubicBezTo>
                    <a:lnTo>
                      <a:pt x="1393" y="710"/>
                    </a:lnTo>
                    <a:lnTo>
                      <a:pt x="944" y="1124"/>
                    </a:lnTo>
                    <a:lnTo>
                      <a:pt x="944" y="4872"/>
                    </a:lnTo>
                    <a:lnTo>
                      <a:pt x="0" y="5689"/>
                    </a:lnTo>
                    <a:lnTo>
                      <a:pt x="0" y="5770"/>
                    </a:lnTo>
                    <a:lnTo>
                      <a:pt x="81" y="5770"/>
                    </a:lnTo>
                    <a:lnTo>
                      <a:pt x="81" y="5734"/>
                    </a:lnTo>
                    <a:lnTo>
                      <a:pt x="1016" y="4872"/>
                    </a:lnTo>
                    <a:lnTo>
                      <a:pt x="1016" y="1124"/>
                    </a:lnTo>
                    <a:lnTo>
                      <a:pt x="1465" y="710"/>
                    </a:lnTo>
                    <a:lnTo>
                      <a:pt x="1465" y="117"/>
                    </a:lnTo>
                    <a:cubicBezTo>
                      <a:pt x="1465" y="117"/>
                      <a:pt x="1501" y="117"/>
                      <a:pt x="1501" y="72"/>
                    </a:cubicBezTo>
                    <a:cubicBezTo>
                      <a:pt x="1501" y="36"/>
                      <a:pt x="1465" y="0"/>
                      <a:pt x="14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8"/>
              <p:cNvSpPr/>
              <p:nvPr/>
            </p:nvSpPr>
            <p:spPr>
              <a:xfrm>
                <a:off x="5430737" y="3248996"/>
                <a:ext cx="129440" cy="1416376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1424" extrusionOk="0">
                    <a:moveTo>
                      <a:pt x="971" y="1"/>
                    </a:moveTo>
                    <a:cubicBezTo>
                      <a:pt x="900" y="1"/>
                      <a:pt x="855" y="36"/>
                      <a:pt x="855" y="72"/>
                    </a:cubicBezTo>
                    <a:cubicBezTo>
                      <a:pt x="855" y="108"/>
                      <a:pt x="900" y="153"/>
                      <a:pt x="936" y="153"/>
                    </a:cubicBezTo>
                    <a:lnTo>
                      <a:pt x="936" y="10300"/>
                    </a:lnTo>
                    <a:lnTo>
                      <a:pt x="1" y="11163"/>
                    </a:lnTo>
                    <a:lnTo>
                      <a:pt x="1" y="11423"/>
                    </a:lnTo>
                    <a:lnTo>
                      <a:pt x="73" y="11423"/>
                    </a:lnTo>
                    <a:lnTo>
                      <a:pt x="73" y="11163"/>
                    </a:lnTo>
                    <a:lnTo>
                      <a:pt x="971" y="10336"/>
                    </a:lnTo>
                    <a:lnTo>
                      <a:pt x="971" y="153"/>
                    </a:lnTo>
                    <a:cubicBezTo>
                      <a:pt x="1007" y="153"/>
                      <a:pt x="1043" y="108"/>
                      <a:pt x="1043" y="72"/>
                    </a:cubicBezTo>
                    <a:cubicBezTo>
                      <a:pt x="1043" y="36"/>
                      <a:pt x="1007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8"/>
              <p:cNvSpPr/>
              <p:nvPr/>
            </p:nvSpPr>
            <p:spPr>
              <a:xfrm>
                <a:off x="5703752" y="4391123"/>
                <a:ext cx="19094" cy="27424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212" extrusionOk="0">
                    <a:moveTo>
                      <a:pt x="82" y="0"/>
                    </a:moveTo>
                    <a:cubicBezTo>
                      <a:pt x="46" y="0"/>
                      <a:pt x="1" y="36"/>
                      <a:pt x="1" y="72"/>
                    </a:cubicBezTo>
                    <a:cubicBezTo>
                      <a:pt x="1" y="72"/>
                      <a:pt x="46" y="108"/>
                      <a:pt x="82" y="108"/>
                    </a:cubicBezTo>
                    <a:lnTo>
                      <a:pt x="82" y="2211"/>
                    </a:lnTo>
                    <a:lnTo>
                      <a:pt x="118" y="2211"/>
                    </a:lnTo>
                    <a:lnTo>
                      <a:pt x="118" y="108"/>
                    </a:lnTo>
                    <a:cubicBezTo>
                      <a:pt x="153" y="108"/>
                      <a:pt x="153" y="72"/>
                      <a:pt x="153" y="72"/>
                    </a:cubicBezTo>
                    <a:cubicBezTo>
                      <a:pt x="153" y="36"/>
                      <a:pt x="118" y="0"/>
                      <a:pt x="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8"/>
              <p:cNvSpPr/>
              <p:nvPr/>
            </p:nvSpPr>
            <p:spPr>
              <a:xfrm>
                <a:off x="4882600" y="3666817"/>
                <a:ext cx="134896" cy="99855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054" extrusionOk="0">
                    <a:moveTo>
                      <a:pt x="1007" y="1"/>
                    </a:moveTo>
                    <a:cubicBezTo>
                      <a:pt x="971" y="1"/>
                      <a:pt x="935" y="37"/>
                      <a:pt x="935" y="73"/>
                    </a:cubicBezTo>
                    <a:cubicBezTo>
                      <a:pt x="935" y="109"/>
                      <a:pt x="935" y="109"/>
                      <a:pt x="971" y="154"/>
                    </a:cubicBezTo>
                    <a:lnTo>
                      <a:pt x="971" y="2023"/>
                    </a:lnTo>
                    <a:lnTo>
                      <a:pt x="0" y="2886"/>
                    </a:lnTo>
                    <a:lnTo>
                      <a:pt x="0" y="8053"/>
                    </a:lnTo>
                    <a:lnTo>
                      <a:pt x="72" y="8053"/>
                    </a:lnTo>
                    <a:lnTo>
                      <a:pt x="72" y="2922"/>
                    </a:lnTo>
                    <a:lnTo>
                      <a:pt x="1052" y="2023"/>
                    </a:lnTo>
                    <a:lnTo>
                      <a:pt x="1052" y="154"/>
                    </a:lnTo>
                    <a:cubicBezTo>
                      <a:pt x="1088" y="109"/>
                      <a:pt x="1088" y="109"/>
                      <a:pt x="1088" y="73"/>
                    </a:cubicBezTo>
                    <a:cubicBezTo>
                      <a:pt x="1088" y="37"/>
                      <a:pt x="1052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8"/>
              <p:cNvSpPr/>
              <p:nvPr/>
            </p:nvSpPr>
            <p:spPr>
              <a:xfrm>
                <a:off x="4822343" y="3471793"/>
                <a:ext cx="135020" cy="119358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9627" extrusionOk="0">
                    <a:moveTo>
                      <a:pt x="1007" y="1"/>
                    </a:moveTo>
                    <a:cubicBezTo>
                      <a:pt x="971" y="1"/>
                      <a:pt x="935" y="1"/>
                      <a:pt x="935" y="73"/>
                    </a:cubicBezTo>
                    <a:cubicBezTo>
                      <a:pt x="935" y="73"/>
                      <a:pt x="935" y="109"/>
                      <a:pt x="971" y="109"/>
                    </a:cubicBezTo>
                    <a:lnTo>
                      <a:pt x="971" y="3407"/>
                    </a:lnTo>
                    <a:lnTo>
                      <a:pt x="1" y="4270"/>
                    </a:lnTo>
                    <a:lnTo>
                      <a:pt x="37" y="4306"/>
                    </a:lnTo>
                    <a:lnTo>
                      <a:pt x="1" y="4306"/>
                    </a:lnTo>
                    <a:lnTo>
                      <a:pt x="1" y="9626"/>
                    </a:lnTo>
                    <a:lnTo>
                      <a:pt x="73" y="9626"/>
                    </a:lnTo>
                    <a:lnTo>
                      <a:pt x="73" y="4306"/>
                    </a:lnTo>
                    <a:lnTo>
                      <a:pt x="1043" y="3407"/>
                    </a:lnTo>
                    <a:lnTo>
                      <a:pt x="1043" y="109"/>
                    </a:lnTo>
                    <a:cubicBezTo>
                      <a:pt x="1088" y="109"/>
                      <a:pt x="1088" y="73"/>
                      <a:pt x="1088" y="73"/>
                    </a:cubicBezTo>
                    <a:cubicBezTo>
                      <a:pt x="1088" y="1"/>
                      <a:pt x="1043" y="1"/>
                      <a:pt x="100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8"/>
              <p:cNvSpPr/>
              <p:nvPr/>
            </p:nvSpPr>
            <p:spPr>
              <a:xfrm>
                <a:off x="6725637" y="4024507"/>
                <a:ext cx="130432" cy="64086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169" extrusionOk="0">
                    <a:moveTo>
                      <a:pt x="971" y="1"/>
                    </a:moveTo>
                    <a:cubicBezTo>
                      <a:pt x="935" y="1"/>
                      <a:pt x="899" y="37"/>
                      <a:pt x="899" y="73"/>
                    </a:cubicBezTo>
                    <a:lnTo>
                      <a:pt x="0" y="935"/>
                    </a:lnTo>
                    <a:lnTo>
                      <a:pt x="0" y="5168"/>
                    </a:lnTo>
                    <a:lnTo>
                      <a:pt x="36" y="5168"/>
                    </a:lnTo>
                    <a:lnTo>
                      <a:pt x="36" y="935"/>
                    </a:lnTo>
                    <a:lnTo>
                      <a:pt x="935" y="108"/>
                    </a:lnTo>
                    <a:lnTo>
                      <a:pt x="971" y="144"/>
                    </a:lnTo>
                    <a:cubicBezTo>
                      <a:pt x="1016" y="144"/>
                      <a:pt x="1052" y="108"/>
                      <a:pt x="1052" y="73"/>
                    </a:cubicBezTo>
                    <a:cubicBezTo>
                      <a:pt x="1052" y="37"/>
                      <a:pt x="1016" y="1"/>
                      <a:pt x="9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8"/>
              <p:cNvSpPr/>
              <p:nvPr/>
            </p:nvSpPr>
            <p:spPr>
              <a:xfrm>
                <a:off x="5941183" y="3304664"/>
                <a:ext cx="269667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0975" extrusionOk="0">
                    <a:moveTo>
                      <a:pt x="2094" y="1"/>
                    </a:moveTo>
                    <a:cubicBezTo>
                      <a:pt x="2058" y="1"/>
                      <a:pt x="2022" y="37"/>
                      <a:pt x="2022" y="73"/>
                    </a:cubicBezTo>
                    <a:cubicBezTo>
                      <a:pt x="2022" y="109"/>
                      <a:pt x="2022" y="109"/>
                      <a:pt x="2058" y="154"/>
                    </a:cubicBezTo>
                    <a:lnTo>
                      <a:pt x="2058" y="1457"/>
                    </a:lnTo>
                    <a:lnTo>
                      <a:pt x="1123" y="2320"/>
                    </a:lnTo>
                    <a:lnTo>
                      <a:pt x="1123" y="9923"/>
                    </a:lnTo>
                    <a:lnTo>
                      <a:pt x="0" y="10974"/>
                    </a:lnTo>
                    <a:lnTo>
                      <a:pt x="72" y="10974"/>
                    </a:lnTo>
                    <a:lnTo>
                      <a:pt x="1195" y="9923"/>
                    </a:lnTo>
                    <a:lnTo>
                      <a:pt x="1195" y="2320"/>
                    </a:lnTo>
                    <a:lnTo>
                      <a:pt x="2094" y="1457"/>
                    </a:lnTo>
                    <a:lnTo>
                      <a:pt x="2094" y="154"/>
                    </a:lnTo>
                    <a:cubicBezTo>
                      <a:pt x="2175" y="154"/>
                      <a:pt x="2175" y="109"/>
                      <a:pt x="2175" y="73"/>
                    </a:cubicBezTo>
                    <a:cubicBezTo>
                      <a:pt x="2175" y="37"/>
                      <a:pt x="2130" y="1"/>
                      <a:pt x="20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8"/>
              <p:cNvSpPr/>
              <p:nvPr/>
            </p:nvSpPr>
            <p:spPr>
              <a:xfrm>
                <a:off x="6414682" y="2640614"/>
                <a:ext cx="357821" cy="2024758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6331" extrusionOk="0">
                    <a:moveTo>
                      <a:pt x="2805" y="1"/>
                    </a:moveTo>
                    <a:cubicBezTo>
                      <a:pt x="2769" y="1"/>
                      <a:pt x="2733" y="36"/>
                      <a:pt x="2733" y="72"/>
                    </a:cubicBezTo>
                    <a:cubicBezTo>
                      <a:pt x="2733" y="117"/>
                      <a:pt x="2769" y="153"/>
                      <a:pt x="2769" y="153"/>
                    </a:cubicBezTo>
                    <a:lnTo>
                      <a:pt x="2769" y="2814"/>
                    </a:lnTo>
                    <a:lnTo>
                      <a:pt x="2319" y="3218"/>
                    </a:lnTo>
                    <a:lnTo>
                      <a:pt x="2319" y="4872"/>
                    </a:lnTo>
                    <a:lnTo>
                      <a:pt x="1421" y="5734"/>
                    </a:lnTo>
                    <a:lnTo>
                      <a:pt x="1421" y="8610"/>
                    </a:lnTo>
                    <a:lnTo>
                      <a:pt x="899" y="8125"/>
                    </a:lnTo>
                    <a:lnTo>
                      <a:pt x="899" y="5168"/>
                    </a:lnTo>
                    <a:lnTo>
                      <a:pt x="935" y="5132"/>
                    </a:lnTo>
                    <a:cubicBezTo>
                      <a:pt x="935" y="5096"/>
                      <a:pt x="899" y="5060"/>
                      <a:pt x="863" y="5060"/>
                    </a:cubicBezTo>
                    <a:cubicBezTo>
                      <a:pt x="827" y="5060"/>
                      <a:pt x="782" y="5096"/>
                      <a:pt x="782" y="5132"/>
                    </a:cubicBezTo>
                    <a:cubicBezTo>
                      <a:pt x="782" y="5132"/>
                      <a:pt x="782" y="5168"/>
                      <a:pt x="827" y="5168"/>
                    </a:cubicBezTo>
                    <a:lnTo>
                      <a:pt x="827" y="6031"/>
                    </a:lnTo>
                    <a:lnTo>
                      <a:pt x="37" y="5321"/>
                    </a:lnTo>
                    <a:lnTo>
                      <a:pt x="37" y="4872"/>
                    </a:lnTo>
                    <a:lnTo>
                      <a:pt x="827" y="4117"/>
                    </a:lnTo>
                    <a:lnTo>
                      <a:pt x="863" y="4162"/>
                    </a:lnTo>
                    <a:cubicBezTo>
                      <a:pt x="899" y="4162"/>
                      <a:pt x="935" y="4117"/>
                      <a:pt x="935" y="4081"/>
                    </a:cubicBezTo>
                    <a:cubicBezTo>
                      <a:pt x="935" y="4045"/>
                      <a:pt x="899" y="4009"/>
                      <a:pt x="863" y="4009"/>
                    </a:cubicBezTo>
                    <a:cubicBezTo>
                      <a:pt x="827" y="4009"/>
                      <a:pt x="782" y="4045"/>
                      <a:pt x="782" y="4081"/>
                    </a:cubicBezTo>
                    <a:lnTo>
                      <a:pt x="1" y="4836"/>
                    </a:lnTo>
                    <a:lnTo>
                      <a:pt x="1" y="5357"/>
                    </a:lnTo>
                    <a:lnTo>
                      <a:pt x="827" y="6103"/>
                    </a:lnTo>
                    <a:lnTo>
                      <a:pt x="827" y="8125"/>
                    </a:lnTo>
                    <a:lnTo>
                      <a:pt x="1421" y="8691"/>
                    </a:lnTo>
                    <a:lnTo>
                      <a:pt x="1421" y="16330"/>
                    </a:lnTo>
                    <a:lnTo>
                      <a:pt x="1457" y="16330"/>
                    </a:lnTo>
                    <a:lnTo>
                      <a:pt x="1457" y="5734"/>
                    </a:lnTo>
                    <a:lnTo>
                      <a:pt x="2400" y="4872"/>
                    </a:lnTo>
                    <a:lnTo>
                      <a:pt x="2400" y="3263"/>
                    </a:lnTo>
                    <a:lnTo>
                      <a:pt x="2850" y="2849"/>
                    </a:lnTo>
                    <a:lnTo>
                      <a:pt x="2850" y="153"/>
                    </a:lnTo>
                    <a:cubicBezTo>
                      <a:pt x="2886" y="153"/>
                      <a:pt x="2886" y="117"/>
                      <a:pt x="2886" y="72"/>
                    </a:cubicBezTo>
                    <a:cubicBezTo>
                      <a:pt x="2886" y="36"/>
                      <a:pt x="2850" y="1"/>
                      <a:pt x="280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8"/>
              <p:cNvSpPr/>
              <p:nvPr/>
            </p:nvSpPr>
            <p:spPr>
              <a:xfrm>
                <a:off x="6650874" y="3857378"/>
                <a:ext cx="117166" cy="807994"/>
              </a:xfrm>
              <a:custGeom>
                <a:avLst/>
                <a:gdLst/>
                <a:ahLst/>
                <a:cxnLst/>
                <a:rect l="l" t="t" r="r" b="b"/>
                <a:pathLst>
                  <a:path w="945" h="6517" extrusionOk="0">
                    <a:moveTo>
                      <a:pt x="82" y="1"/>
                    </a:moveTo>
                    <a:cubicBezTo>
                      <a:pt x="46" y="1"/>
                      <a:pt x="1" y="36"/>
                      <a:pt x="1" y="72"/>
                    </a:cubicBezTo>
                    <a:cubicBezTo>
                      <a:pt x="1" y="108"/>
                      <a:pt x="46" y="144"/>
                      <a:pt x="82" y="144"/>
                    </a:cubicBezTo>
                    <a:lnTo>
                      <a:pt x="118" y="144"/>
                    </a:lnTo>
                    <a:lnTo>
                      <a:pt x="900" y="863"/>
                    </a:lnTo>
                    <a:lnTo>
                      <a:pt x="900" y="1313"/>
                    </a:lnTo>
                    <a:lnTo>
                      <a:pt x="118" y="2023"/>
                    </a:lnTo>
                    <a:lnTo>
                      <a:pt x="118" y="1160"/>
                    </a:lnTo>
                    <a:cubicBezTo>
                      <a:pt x="154" y="1160"/>
                      <a:pt x="154" y="1160"/>
                      <a:pt x="154" y="1124"/>
                    </a:cubicBezTo>
                    <a:cubicBezTo>
                      <a:pt x="154" y="1088"/>
                      <a:pt x="118" y="1043"/>
                      <a:pt x="82" y="1043"/>
                    </a:cubicBezTo>
                    <a:cubicBezTo>
                      <a:pt x="46" y="1043"/>
                      <a:pt x="1" y="1088"/>
                      <a:pt x="1" y="1124"/>
                    </a:cubicBezTo>
                    <a:cubicBezTo>
                      <a:pt x="1" y="1160"/>
                      <a:pt x="1" y="1160"/>
                      <a:pt x="46" y="1160"/>
                    </a:cubicBezTo>
                    <a:lnTo>
                      <a:pt x="46" y="6516"/>
                    </a:lnTo>
                    <a:lnTo>
                      <a:pt x="118" y="6516"/>
                    </a:lnTo>
                    <a:lnTo>
                      <a:pt x="118" y="2095"/>
                    </a:lnTo>
                    <a:lnTo>
                      <a:pt x="945" y="1349"/>
                    </a:lnTo>
                    <a:lnTo>
                      <a:pt x="945" y="818"/>
                    </a:lnTo>
                    <a:lnTo>
                      <a:pt x="154" y="108"/>
                    </a:lnTo>
                    <a:lnTo>
                      <a:pt x="154" y="72"/>
                    </a:lnTo>
                    <a:cubicBezTo>
                      <a:pt x="154" y="36"/>
                      <a:pt x="118" y="1"/>
                      <a:pt x="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8"/>
              <p:cNvSpPr/>
              <p:nvPr/>
            </p:nvSpPr>
            <p:spPr>
              <a:xfrm>
                <a:off x="5369489" y="2728642"/>
                <a:ext cx="134896" cy="1936731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5621" extrusionOk="0">
                    <a:moveTo>
                      <a:pt x="81" y="1"/>
                    </a:moveTo>
                    <a:cubicBezTo>
                      <a:pt x="45" y="1"/>
                      <a:pt x="1" y="36"/>
                      <a:pt x="1" y="81"/>
                    </a:cubicBezTo>
                    <a:cubicBezTo>
                      <a:pt x="1" y="117"/>
                      <a:pt x="45" y="117"/>
                      <a:pt x="81" y="153"/>
                    </a:cubicBezTo>
                    <a:lnTo>
                      <a:pt x="81" y="3523"/>
                    </a:lnTo>
                    <a:lnTo>
                      <a:pt x="980" y="4386"/>
                    </a:lnTo>
                    <a:lnTo>
                      <a:pt x="980" y="12133"/>
                    </a:lnTo>
                    <a:lnTo>
                      <a:pt x="81" y="12996"/>
                    </a:lnTo>
                    <a:lnTo>
                      <a:pt x="81" y="15620"/>
                    </a:lnTo>
                    <a:lnTo>
                      <a:pt x="117" y="15620"/>
                    </a:lnTo>
                    <a:lnTo>
                      <a:pt x="117" y="15171"/>
                    </a:lnTo>
                    <a:lnTo>
                      <a:pt x="1052" y="14308"/>
                    </a:lnTo>
                    <a:lnTo>
                      <a:pt x="1052" y="13032"/>
                    </a:lnTo>
                    <a:cubicBezTo>
                      <a:pt x="1088" y="13032"/>
                      <a:pt x="1088" y="12996"/>
                      <a:pt x="1088" y="12960"/>
                    </a:cubicBezTo>
                    <a:cubicBezTo>
                      <a:pt x="1088" y="12924"/>
                      <a:pt x="1052" y="12888"/>
                      <a:pt x="1016" y="12888"/>
                    </a:cubicBezTo>
                    <a:cubicBezTo>
                      <a:pt x="980" y="12888"/>
                      <a:pt x="944" y="12924"/>
                      <a:pt x="944" y="12960"/>
                    </a:cubicBezTo>
                    <a:cubicBezTo>
                      <a:pt x="944" y="12996"/>
                      <a:pt x="980" y="13032"/>
                      <a:pt x="980" y="13032"/>
                    </a:cubicBezTo>
                    <a:lnTo>
                      <a:pt x="980" y="14308"/>
                    </a:lnTo>
                    <a:lnTo>
                      <a:pt x="117" y="15090"/>
                    </a:lnTo>
                    <a:lnTo>
                      <a:pt x="117" y="12996"/>
                    </a:lnTo>
                    <a:lnTo>
                      <a:pt x="1052" y="12133"/>
                    </a:lnTo>
                    <a:lnTo>
                      <a:pt x="1052" y="4350"/>
                    </a:lnTo>
                    <a:lnTo>
                      <a:pt x="117" y="3523"/>
                    </a:lnTo>
                    <a:lnTo>
                      <a:pt x="117" y="153"/>
                    </a:lnTo>
                    <a:cubicBezTo>
                      <a:pt x="153" y="117"/>
                      <a:pt x="189" y="117"/>
                      <a:pt x="189" y="81"/>
                    </a:cubicBezTo>
                    <a:cubicBezTo>
                      <a:pt x="189" y="36"/>
                      <a:pt x="153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8"/>
              <p:cNvSpPr/>
              <p:nvPr/>
            </p:nvSpPr>
            <p:spPr>
              <a:xfrm>
                <a:off x="6256477" y="3304664"/>
                <a:ext cx="283182" cy="1360708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0975" extrusionOk="0">
                    <a:moveTo>
                      <a:pt x="710" y="1"/>
                    </a:moveTo>
                    <a:cubicBezTo>
                      <a:pt x="638" y="1"/>
                      <a:pt x="638" y="1"/>
                      <a:pt x="638" y="37"/>
                    </a:cubicBezTo>
                    <a:cubicBezTo>
                      <a:pt x="638" y="109"/>
                      <a:pt x="638" y="109"/>
                      <a:pt x="710" y="109"/>
                    </a:cubicBezTo>
                    <a:lnTo>
                      <a:pt x="755" y="109"/>
                    </a:lnTo>
                    <a:lnTo>
                      <a:pt x="1609" y="936"/>
                    </a:lnTo>
                    <a:lnTo>
                      <a:pt x="1609" y="8422"/>
                    </a:lnTo>
                    <a:lnTo>
                      <a:pt x="117" y="9815"/>
                    </a:lnTo>
                    <a:lnTo>
                      <a:pt x="117" y="9321"/>
                    </a:lnTo>
                    <a:lnTo>
                      <a:pt x="1277" y="8242"/>
                    </a:lnTo>
                    <a:lnTo>
                      <a:pt x="1277" y="1277"/>
                    </a:lnTo>
                    <a:cubicBezTo>
                      <a:pt x="1313" y="1277"/>
                      <a:pt x="1348" y="1232"/>
                      <a:pt x="1348" y="1232"/>
                    </a:cubicBezTo>
                    <a:cubicBezTo>
                      <a:pt x="1348" y="1196"/>
                      <a:pt x="1313" y="1160"/>
                      <a:pt x="1277" y="1160"/>
                    </a:cubicBezTo>
                    <a:cubicBezTo>
                      <a:pt x="1205" y="1160"/>
                      <a:pt x="1160" y="1196"/>
                      <a:pt x="1160" y="1232"/>
                    </a:cubicBezTo>
                    <a:cubicBezTo>
                      <a:pt x="1160" y="1232"/>
                      <a:pt x="1205" y="1277"/>
                      <a:pt x="1241" y="1277"/>
                    </a:cubicBezTo>
                    <a:lnTo>
                      <a:pt x="1241" y="8242"/>
                    </a:lnTo>
                    <a:lnTo>
                      <a:pt x="117" y="9249"/>
                    </a:lnTo>
                    <a:lnTo>
                      <a:pt x="117" y="7523"/>
                    </a:lnTo>
                    <a:cubicBezTo>
                      <a:pt x="153" y="7487"/>
                      <a:pt x="153" y="7487"/>
                      <a:pt x="153" y="7451"/>
                    </a:cubicBezTo>
                    <a:cubicBezTo>
                      <a:pt x="153" y="7415"/>
                      <a:pt x="153" y="7379"/>
                      <a:pt x="81" y="7379"/>
                    </a:cubicBezTo>
                    <a:cubicBezTo>
                      <a:pt x="36" y="7379"/>
                      <a:pt x="0" y="7415"/>
                      <a:pt x="0" y="7451"/>
                    </a:cubicBezTo>
                    <a:cubicBezTo>
                      <a:pt x="0" y="7487"/>
                      <a:pt x="36" y="7487"/>
                      <a:pt x="81" y="7523"/>
                    </a:cubicBezTo>
                    <a:lnTo>
                      <a:pt x="81" y="10974"/>
                    </a:lnTo>
                    <a:lnTo>
                      <a:pt x="117" y="10974"/>
                    </a:lnTo>
                    <a:lnTo>
                      <a:pt x="117" y="9887"/>
                    </a:lnTo>
                    <a:lnTo>
                      <a:pt x="2247" y="7937"/>
                    </a:lnTo>
                    <a:lnTo>
                      <a:pt x="2247" y="5133"/>
                    </a:lnTo>
                    <a:cubicBezTo>
                      <a:pt x="2247" y="5133"/>
                      <a:pt x="2283" y="5097"/>
                      <a:pt x="2283" y="5052"/>
                    </a:cubicBezTo>
                    <a:cubicBezTo>
                      <a:pt x="2283" y="5016"/>
                      <a:pt x="2247" y="5016"/>
                      <a:pt x="2211" y="5016"/>
                    </a:cubicBezTo>
                    <a:cubicBezTo>
                      <a:pt x="2175" y="5016"/>
                      <a:pt x="2139" y="5016"/>
                      <a:pt x="2139" y="5052"/>
                    </a:cubicBezTo>
                    <a:cubicBezTo>
                      <a:pt x="2139" y="5097"/>
                      <a:pt x="2139" y="5133"/>
                      <a:pt x="2175" y="5133"/>
                    </a:cubicBezTo>
                    <a:lnTo>
                      <a:pt x="2175" y="7901"/>
                    </a:lnTo>
                    <a:lnTo>
                      <a:pt x="1690" y="8350"/>
                    </a:lnTo>
                    <a:lnTo>
                      <a:pt x="1690" y="936"/>
                    </a:lnTo>
                    <a:lnTo>
                      <a:pt x="791" y="73"/>
                    </a:lnTo>
                    <a:lnTo>
                      <a:pt x="791" y="37"/>
                    </a:lnTo>
                    <a:cubicBezTo>
                      <a:pt x="791" y="1"/>
                      <a:pt x="755" y="1"/>
                      <a:pt x="71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8"/>
              <p:cNvSpPr/>
              <p:nvPr/>
            </p:nvSpPr>
            <p:spPr>
              <a:xfrm>
                <a:off x="6200808" y="3930900"/>
                <a:ext cx="18970" cy="7344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24" extrusionOk="0">
                    <a:moveTo>
                      <a:pt x="81" y="1"/>
                    </a:moveTo>
                    <a:cubicBezTo>
                      <a:pt x="36" y="1"/>
                      <a:pt x="0" y="46"/>
                      <a:pt x="0" y="82"/>
                    </a:cubicBezTo>
                    <a:cubicBezTo>
                      <a:pt x="0" y="118"/>
                      <a:pt x="0" y="153"/>
                      <a:pt x="36" y="153"/>
                    </a:cubicBezTo>
                    <a:lnTo>
                      <a:pt x="36" y="5923"/>
                    </a:lnTo>
                    <a:lnTo>
                      <a:pt x="117" y="5923"/>
                    </a:lnTo>
                    <a:lnTo>
                      <a:pt x="117" y="153"/>
                    </a:lnTo>
                    <a:cubicBezTo>
                      <a:pt x="117" y="153"/>
                      <a:pt x="153" y="118"/>
                      <a:pt x="153" y="82"/>
                    </a:cubicBezTo>
                    <a:cubicBezTo>
                      <a:pt x="153" y="46"/>
                      <a:pt x="117" y="1"/>
                      <a:pt x="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8"/>
              <p:cNvSpPr/>
              <p:nvPr/>
            </p:nvSpPr>
            <p:spPr>
              <a:xfrm>
                <a:off x="4942732" y="3109764"/>
                <a:ext cx="134896" cy="1555608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2547" extrusionOk="0">
                    <a:moveTo>
                      <a:pt x="1016" y="0"/>
                    </a:moveTo>
                    <a:cubicBezTo>
                      <a:pt x="971" y="0"/>
                      <a:pt x="935" y="36"/>
                      <a:pt x="935" y="72"/>
                    </a:cubicBezTo>
                    <a:cubicBezTo>
                      <a:pt x="935" y="108"/>
                      <a:pt x="935" y="153"/>
                      <a:pt x="971" y="153"/>
                    </a:cubicBezTo>
                    <a:lnTo>
                      <a:pt x="971" y="6669"/>
                    </a:lnTo>
                    <a:lnTo>
                      <a:pt x="0" y="7567"/>
                    </a:lnTo>
                    <a:lnTo>
                      <a:pt x="0" y="12546"/>
                    </a:lnTo>
                    <a:lnTo>
                      <a:pt x="72" y="12546"/>
                    </a:lnTo>
                    <a:lnTo>
                      <a:pt x="72" y="7603"/>
                    </a:lnTo>
                    <a:lnTo>
                      <a:pt x="1052" y="6705"/>
                    </a:lnTo>
                    <a:lnTo>
                      <a:pt x="1052" y="153"/>
                    </a:lnTo>
                    <a:cubicBezTo>
                      <a:pt x="1088" y="153"/>
                      <a:pt x="1088" y="108"/>
                      <a:pt x="1088" y="72"/>
                    </a:cubicBezTo>
                    <a:cubicBezTo>
                      <a:pt x="1088" y="36"/>
                      <a:pt x="1052" y="0"/>
                      <a:pt x="10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8"/>
              <p:cNvSpPr/>
              <p:nvPr/>
            </p:nvSpPr>
            <p:spPr>
              <a:xfrm>
                <a:off x="6772379" y="3309128"/>
                <a:ext cx="129440" cy="135624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939" extrusionOk="0">
                    <a:moveTo>
                      <a:pt x="72" y="1"/>
                    </a:moveTo>
                    <a:cubicBezTo>
                      <a:pt x="36" y="1"/>
                      <a:pt x="1" y="37"/>
                      <a:pt x="1" y="73"/>
                    </a:cubicBezTo>
                    <a:cubicBezTo>
                      <a:pt x="1" y="118"/>
                      <a:pt x="36" y="118"/>
                      <a:pt x="36" y="154"/>
                    </a:cubicBezTo>
                    <a:lnTo>
                      <a:pt x="36" y="3524"/>
                    </a:lnTo>
                    <a:lnTo>
                      <a:pt x="971" y="4387"/>
                    </a:lnTo>
                    <a:lnTo>
                      <a:pt x="971" y="7451"/>
                    </a:lnTo>
                    <a:lnTo>
                      <a:pt x="36" y="8314"/>
                    </a:lnTo>
                    <a:lnTo>
                      <a:pt x="36" y="10938"/>
                    </a:lnTo>
                    <a:lnTo>
                      <a:pt x="108" y="10938"/>
                    </a:lnTo>
                    <a:lnTo>
                      <a:pt x="108" y="8314"/>
                    </a:lnTo>
                    <a:lnTo>
                      <a:pt x="1043" y="7451"/>
                    </a:lnTo>
                    <a:lnTo>
                      <a:pt x="1043" y="4342"/>
                    </a:lnTo>
                    <a:lnTo>
                      <a:pt x="108" y="3488"/>
                    </a:lnTo>
                    <a:lnTo>
                      <a:pt x="108" y="154"/>
                    </a:lnTo>
                    <a:cubicBezTo>
                      <a:pt x="144" y="118"/>
                      <a:pt x="144" y="118"/>
                      <a:pt x="144" y="73"/>
                    </a:cubicBezTo>
                    <a:cubicBezTo>
                      <a:pt x="144" y="37"/>
                      <a:pt x="108" y="1"/>
                      <a:pt x="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5" name="Google Shape;1395;p28"/>
            <p:cNvGrpSpPr/>
            <p:nvPr/>
          </p:nvGrpSpPr>
          <p:grpSpPr>
            <a:xfrm>
              <a:off x="280008" y="198770"/>
              <a:ext cx="1244764" cy="4753836"/>
              <a:chOff x="7741233" y="198770"/>
              <a:chExt cx="1244764" cy="4753836"/>
            </a:xfrm>
          </p:grpSpPr>
          <p:grpSp>
            <p:nvGrpSpPr>
              <p:cNvPr id="1396" name="Google Shape;1396;p28"/>
              <p:cNvGrpSpPr/>
              <p:nvPr/>
            </p:nvGrpSpPr>
            <p:grpSpPr>
              <a:xfrm>
                <a:off x="7741233" y="13376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397" name="Google Shape;1397;p28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28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99" name="Google Shape;1399;p28"/>
              <p:cNvGrpSpPr/>
              <p:nvPr/>
            </p:nvGrpSpPr>
            <p:grpSpPr>
              <a:xfrm>
                <a:off x="8802252" y="4676943"/>
                <a:ext cx="183745" cy="275663"/>
                <a:chOff x="2778349" y="5640986"/>
                <a:chExt cx="508847" cy="763610"/>
              </a:xfrm>
            </p:grpSpPr>
            <p:sp>
              <p:nvSpPr>
                <p:cNvPr id="1400" name="Google Shape;1400;p28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1" name="Google Shape;1401;p28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2" name="Google Shape;1402;p28"/>
              <p:cNvGrpSpPr/>
              <p:nvPr/>
            </p:nvGrpSpPr>
            <p:grpSpPr>
              <a:xfrm>
                <a:off x="8802246" y="198770"/>
                <a:ext cx="132911" cy="199379"/>
                <a:chOff x="2778349" y="5640986"/>
                <a:chExt cx="508847" cy="763610"/>
              </a:xfrm>
            </p:grpSpPr>
            <p:sp>
              <p:nvSpPr>
                <p:cNvPr id="1403" name="Google Shape;1403;p28"/>
                <p:cNvSpPr/>
                <p:nvPr/>
              </p:nvSpPr>
              <p:spPr>
                <a:xfrm>
                  <a:off x="2832095" y="5640986"/>
                  <a:ext cx="401355" cy="3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9" h="12424" extrusionOk="0">
                      <a:moveTo>
                        <a:pt x="8075" y="1"/>
                      </a:moveTo>
                      <a:cubicBezTo>
                        <a:pt x="7989" y="1"/>
                        <a:pt x="7902" y="2"/>
                        <a:pt x="7816" y="5"/>
                      </a:cubicBezTo>
                      <a:cubicBezTo>
                        <a:pt x="3426" y="165"/>
                        <a:pt x="1" y="3805"/>
                        <a:pt x="1" y="8194"/>
                      </a:cubicBezTo>
                      <a:lnTo>
                        <a:pt x="1" y="12423"/>
                      </a:lnTo>
                      <a:lnTo>
                        <a:pt x="2980" y="12423"/>
                      </a:lnTo>
                      <a:lnTo>
                        <a:pt x="2980" y="8194"/>
                      </a:lnTo>
                      <a:cubicBezTo>
                        <a:pt x="2980" y="5398"/>
                        <a:pt x="5217" y="2983"/>
                        <a:pt x="7981" y="2983"/>
                      </a:cubicBezTo>
                      <a:cubicBezTo>
                        <a:pt x="8021" y="2983"/>
                        <a:pt x="8061" y="2983"/>
                        <a:pt x="8101" y="2984"/>
                      </a:cubicBezTo>
                      <a:cubicBezTo>
                        <a:pt x="10777" y="3056"/>
                        <a:pt x="12936" y="5143"/>
                        <a:pt x="13097" y="7748"/>
                      </a:cubicBezTo>
                      <a:cubicBezTo>
                        <a:pt x="13097" y="7891"/>
                        <a:pt x="13168" y="8034"/>
                        <a:pt x="13311" y="8034"/>
                      </a:cubicBezTo>
                      <a:lnTo>
                        <a:pt x="15773" y="8034"/>
                      </a:lnTo>
                      <a:cubicBezTo>
                        <a:pt x="15916" y="8034"/>
                        <a:pt x="16059" y="7891"/>
                        <a:pt x="16059" y="7748"/>
                      </a:cubicBezTo>
                      <a:cubicBezTo>
                        <a:pt x="15919" y="3446"/>
                        <a:pt x="12350" y="1"/>
                        <a:pt x="80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28"/>
                <p:cNvSpPr/>
                <p:nvPr/>
              </p:nvSpPr>
              <p:spPr>
                <a:xfrm>
                  <a:off x="2778349" y="5951507"/>
                  <a:ext cx="508847" cy="453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8129" extrusionOk="0">
                      <a:moveTo>
                        <a:pt x="10171" y="5353"/>
                      </a:moveTo>
                      <a:cubicBezTo>
                        <a:pt x="11367" y="5353"/>
                        <a:pt x="12330" y="6316"/>
                        <a:pt x="12330" y="7423"/>
                      </a:cubicBezTo>
                      <a:cubicBezTo>
                        <a:pt x="12330" y="8243"/>
                        <a:pt x="11884" y="8921"/>
                        <a:pt x="11295" y="9296"/>
                      </a:cubicBezTo>
                      <a:lnTo>
                        <a:pt x="11295" y="11741"/>
                      </a:lnTo>
                      <a:cubicBezTo>
                        <a:pt x="11295" y="12329"/>
                        <a:pt x="10778" y="12775"/>
                        <a:pt x="10171" y="12775"/>
                      </a:cubicBezTo>
                      <a:cubicBezTo>
                        <a:pt x="9582" y="12775"/>
                        <a:pt x="9136" y="12329"/>
                        <a:pt x="9136" y="11741"/>
                      </a:cubicBezTo>
                      <a:lnTo>
                        <a:pt x="9136" y="9296"/>
                      </a:lnTo>
                      <a:cubicBezTo>
                        <a:pt x="8476" y="8921"/>
                        <a:pt x="8101" y="8243"/>
                        <a:pt x="8101" y="7423"/>
                      </a:cubicBezTo>
                      <a:cubicBezTo>
                        <a:pt x="8101" y="6316"/>
                        <a:pt x="8993" y="5353"/>
                        <a:pt x="10171" y="5353"/>
                      </a:cubicBezTo>
                      <a:close/>
                      <a:moveTo>
                        <a:pt x="1410" y="0"/>
                      </a:moveTo>
                      <a:cubicBezTo>
                        <a:pt x="590" y="0"/>
                        <a:pt x="1" y="589"/>
                        <a:pt x="1" y="1338"/>
                      </a:cubicBezTo>
                      <a:lnTo>
                        <a:pt x="1" y="16790"/>
                      </a:lnTo>
                      <a:cubicBezTo>
                        <a:pt x="1" y="17539"/>
                        <a:pt x="590" y="18128"/>
                        <a:pt x="1410" y="18128"/>
                      </a:cubicBezTo>
                      <a:lnTo>
                        <a:pt x="18950" y="18128"/>
                      </a:lnTo>
                      <a:cubicBezTo>
                        <a:pt x="19770" y="18128"/>
                        <a:pt x="20359" y="17539"/>
                        <a:pt x="20359" y="16790"/>
                      </a:cubicBezTo>
                      <a:lnTo>
                        <a:pt x="20359" y="1338"/>
                      </a:lnTo>
                      <a:cubicBezTo>
                        <a:pt x="20359" y="589"/>
                        <a:pt x="19770" y="0"/>
                        <a:pt x="1895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06" name="Google Shape;1406;p28"/>
          <p:cNvSpPr txBox="1">
            <a:spLocks noGrp="1"/>
          </p:cNvSpPr>
          <p:nvPr>
            <p:ph type="subTitle" idx="1"/>
          </p:nvPr>
        </p:nvSpPr>
        <p:spPr>
          <a:xfrm>
            <a:off x="4323219" y="1055479"/>
            <a:ext cx="3370269" cy="29119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u-RU" sz="1400" dirty="0">
                <a:latin typeface="Bahnschrift Light" panose="020B0502040204020203" pitchFamily="34" charset="0"/>
              </a:rPr>
              <a:t>В условиях цифровизации образовательной среды автоматизация процессов взаимодействия со студентами становится главной задачей для учебных заведений. Традиционные методы регистрации постепенно вытесняются гибкими веб-решениями. Данная работа представляет собой </a:t>
            </a:r>
            <a:r>
              <a:rPr lang="ru-RU" sz="1400" dirty="0" err="1">
                <a:latin typeface="Bahnschrift Light" panose="020B0502040204020203" pitchFamily="34" charset="0"/>
              </a:rPr>
              <a:t>frontend</a:t>
            </a:r>
            <a:r>
              <a:rPr lang="ru-RU" sz="1400" dirty="0">
                <a:latin typeface="Bahnschrift Light" panose="020B0502040204020203" pitchFamily="34" charset="0"/>
              </a:rPr>
              <a:t>-реализацию информационной системы, предназначенной для регистрации студентов.</a:t>
            </a:r>
          </a:p>
        </p:txBody>
      </p:sp>
      <p:pic>
        <p:nvPicPr>
          <p:cNvPr id="1407" name="Google Shape;1407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280" r="28248" b="9763"/>
          <a:stretch/>
        </p:blipFill>
        <p:spPr>
          <a:xfrm>
            <a:off x="555392" y="1109732"/>
            <a:ext cx="3025038" cy="276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1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0" dirty="0">
                <a:latin typeface="Bahnschrift" panose="020B0502040204020203" pitchFamily="34" charset="0"/>
              </a:rPr>
              <a:t>HTML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559813" y="1223689"/>
            <a:ext cx="4012187" cy="2712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</a:pPr>
            <a:r>
              <a:rPr lang="ru-RU" sz="1300" dirty="0">
                <a:latin typeface="Bahnschrift" panose="020B0502040204020203" pitchFamily="34" charset="0"/>
              </a:rPr>
              <a:t>HTML</a:t>
            </a:r>
            <a:r>
              <a:rPr lang="ru-RU" sz="1300" dirty="0">
                <a:latin typeface="Bahnschrift Light" panose="020B0502040204020203" pitchFamily="34" charset="0"/>
              </a:rPr>
              <a:t> — это язык, на котором создают структуру веб‑страниц. Теги </a:t>
            </a:r>
            <a:r>
              <a:rPr lang="en-US" sz="1300" dirty="0">
                <a:latin typeface="Bahnschrift Light" panose="020B0502040204020203" pitchFamily="34" charset="0"/>
              </a:rPr>
              <a:t>HTML </a:t>
            </a:r>
            <a:r>
              <a:rPr lang="ru-RU" sz="1300" dirty="0">
                <a:latin typeface="Bahnschrift Light" panose="020B0502040204020203" pitchFamily="34" charset="0"/>
              </a:rPr>
              <a:t>подсказывают браузеру, как собрать страницу: где у неё заголовок, где абзац, список, ссылка или картинка.</a:t>
            </a:r>
            <a:endParaRPr lang="en-150" sz="1300" dirty="0">
              <a:latin typeface="Bahnschrift Light" panose="020B0502040204020203" pitchFamily="34" charset="0"/>
            </a:endParaRPr>
          </a:p>
          <a:p>
            <a:pPr marL="0" lvl="0" indent="0">
              <a:buSzPts val="1100"/>
            </a:pPr>
            <a:endParaRPr lang="en-US" sz="1300" dirty="0">
              <a:latin typeface="Bahnschrift Light" panose="020B0502040204020203" pitchFamily="34" charset="0"/>
            </a:endParaRPr>
          </a:p>
          <a:p>
            <a:pPr marL="0" lvl="0" indent="0">
              <a:buSzPts val="1100"/>
            </a:pPr>
            <a:r>
              <a:rPr lang="az-Latn-AZ" sz="1300" dirty="0">
                <a:latin typeface="Bahnschrift Light" panose="020B0502040204020203" pitchFamily="34" charset="0"/>
              </a:rPr>
              <a:t>HTML задаёт «каркас» страницы, а за остальное отвечают другие инструменты. Например, CSS отвечает за внешний вид (цвета, шрифты), а язык JavaScript — за интерактивность элементов (клики, анимации, формы и другое).</a:t>
            </a:r>
            <a:endParaRPr lang="ru-RU" sz="1300" dirty="0">
              <a:latin typeface="Bahnschrift Light" panose="020B0502040204020203" pitchFamily="34" charset="0"/>
            </a:endParaRPr>
          </a:p>
          <a:p>
            <a:pPr marL="0" lvl="0" indent="0">
              <a:buSzPts val="1100"/>
            </a:pPr>
            <a:endParaRPr lang="ru-RU" sz="1300" dirty="0">
              <a:latin typeface="Bahnschrift Light" panose="020B0502040204020203" pitchFamily="34" charset="0"/>
            </a:endParaRPr>
          </a:p>
          <a:p>
            <a:pPr marL="0" lvl="0" indent="0">
              <a:buSzPts val="1100"/>
            </a:pPr>
            <a:r>
              <a:rPr lang="en-US" sz="1300" dirty="0">
                <a:latin typeface="Bahnschrift Light" panose="020B0502040204020203" pitchFamily="34" charset="0"/>
              </a:rPr>
              <a:t>HTML </a:t>
            </a:r>
            <a:r>
              <a:rPr lang="ru-RU" sz="1300" dirty="0">
                <a:latin typeface="Bahnschrift Light" panose="020B0502040204020203" pitchFamily="34" charset="0"/>
              </a:rPr>
              <a:t>используется в разработке веб-сайтов, мобильных приложений и </a:t>
            </a:r>
            <a:r>
              <a:rPr lang="en-US" sz="1300" dirty="0">
                <a:latin typeface="Bahnschrift Light" panose="020B0502040204020203" pitchFamily="34" charset="0"/>
              </a:rPr>
              <a:t>email</a:t>
            </a:r>
            <a:r>
              <a:rPr lang="ru-RU" sz="1300" dirty="0">
                <a:latin typeface="Bahnschrift Light" panose="020B0502040204020203" pitchFamily="34" charset="0"/>
              </a:rPr>
              <a:t>-верстке.</a:t>
            </a:r>
            <a:endParaRPr lang="en-150" sz="1300" dirty="0">
              <a:latin typeface="Bahnschrift 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3045BC-3F39-3881-EECA-A1711DFF7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37" y="375298"/>
            <a:ext cx="809351" cy="809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165C9F-CC98-C0CC-8F88-35B39D41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9" y="1354931"/>
            <a:ext cx="3064670" cy="175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2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0" dirty="0">
                <a:latin typeface="Bahnschrift" panose="020B0502040204020203" pitchFamily="34" charset="0"/>
              </a:rPr>
              <a:t>CSS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559813" y="1183238"/>
            <a:ext cx="4058269" cy="2972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dirty="0">
                <a:latin typeface="Bahnschrift" panose="020B0502040204020203" pitchFamily="34" charset="0"/>
              </a:rPr>
              <a:t>CSS</a:t>
            </a:r>
            <a:r>
              <a:rPr lang="ru-RU" sz="1300" dirty="0">
                <a:latin typeface="Bahnschrift Light" panose="020B0502040204020203" pitchFamily="34" charset="0"/>
              </a:rPr>
              <a:t> — это язык описания внешнего вида документа</a:t>
            </a:r>
            <a:r>
              <a:rPr lang="en-US" sz="1300" dirty="0">
                <a:latin typeface="Bahnschrift Light" panose="020B0502040204020203" pitchFamily="34" charset="0"/>
              </a:rPr>
              <a:t>.</a:t>
            </a:r>
            <a:r>
              <a:rPr lang="ru-RU" sz="1300" dirty="0">
                <a:latin typeface="Bahnschrift Light" panose="020B0502040204020203" pitchFamily="34" charset="0"/>
              </a:rPr>
              <a:t> Он взаимодействует с HTML, который отвечает за размещение элементов на странице.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300"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300" dirty="0">
                <a:latin typeface="Bahnschrift" panose="020B0502040204020203" pitchFamily="34" charset="0"/>
              </a:rPr>
              <a:t>Селекторы</a:t>
            </a:r>
            <a:r>
              <a:rPr lang="ru-RU" sz="1300" dirty="0">
                <a:latin typeface="Bahnschrift Light" panose="020B0502040204020203" pitchFamily="34" charset="0"/>
              </a:rPr>
              <a:t> — это метки, которые помогают браузеру понять, к какой части HTML-кода нужно применить заданные параметры.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sz="1300"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300" dirty="0">
                <a:latin typeface="Bahnschrift" panose="020B0502040204020203" pitchFamily="34" charset="0"/>
              </a:rPr>
              <a:t>Свойства</a:t>
            </a:r>
            <a:r>
              <a:rPr lang="ru-RU" sz="1300" dirty="0">
                <a:latin typeface="Bahnschrift Light" panose="020B0502040204020203" pitchFamily="34" charset="0"/>
              </a:rPr>
              <a:t> — это определенные параметры оформления, например цвет элемента или текста (</a:t>
            </a:r>
            <a:r>
              <a:rPr lang="ru-RU" sz="1300" i="1" dirty="0" err="1">
                <a:latin typeface="Bahnschrift Light" panose="020B0502040204020203" pitchFamily="34" charset="0"/>
              </a:rPr>
              <a:t>color</a:t>
            </a:r>
            <a:r>
              <a:rPr lang="ru-RU" sz="1300" dirty="0">
                <a:latin typeface="Bahnschrift Light" panose="020B0502040204020203" pitchFamily="34" charset="0"/>
              </a:rPr>
              <a:t>) или цвет фона (</a:t>
            </a:r>
            <a:r>
              <a:rPr lang="ru-RU" sz="1300" i="1" dirty="0" err="1">
                <a:latin typeface="Bahnschrift Light" panose="020B0502040204020203" pitchFamily="34" charset="0"/>
              </a:rPr>
              <a:t>background</a:t>
            </a:r>
            <a:r>
              <a:rPr lang="ru-RU" sz="1300" dirty="0">
                <a:latin typeface="Bahnschrift Light" panose="020B0502040204020203" pitchFamily="34" charset="0"/>
              </a:rPr>
              <a:t>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sz="1300"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300" dirty="0" err="1">
                <a:latin typeface="Bahnschrift" panose="020B0502040204020203" pitchFamily="34" charset="0"/>
              </a:rPr>
              <a:t>Значени</a:t>
            </a:r>
            <a:r>
              <a:rPr lang="en-US" sz="1300" dirty="0">
                <a:latin typeface="Bahnschrift" panose="020B0502040204020203" pitchFamily="34" charset="0"/>
              </a:rPr>
              <a:t>я </a:t>
            </a:r>
            <a:r>
              <a:rPr lang="en-US" sz="1300" dirty="0" err="1">
                <a:latin typeface="Bahnschrift Light" panose="020B0502040204020203" pitchFamily="34" charset="0"/>
              </a:rPr>
              <a:t>свойств</a:t>
            </a:r>
            <a:r>
              <a:rPr lang="en-US" sz="1300" dirty="0">
                <a:latin typeface="Bahnschrift Light" panose="020B0502040204020203" pitchFamily="34" charset="0"/>
              </a:rPr>
              <a:t> в</a:t>
            </a:r>
            <a:r>
              <a:rPr lang="ru-RU" sz="1300" dirty="0" err="1">
                <a:latin typeface="Bahnschrift Light" panose="020B0502040204020203" pitchFamily="34" charset="0"/>
              </a:rPr>
              <a:t>ыража</a:t>
            </a:r>
            <a:r>
              <a:rPr lang="en-US" sz="1300" dirty="0">
                <a:latin typeface="Bahnschrift Light" panose="020B0502040204020203" pitchFamily="34" charset="0"/>
              </a:rPr>
              <a:t>ю</a:t>
            </a:r>
            <a:r>
              <a:rPr lang="ru-RU" sz="1300" dirty="0" err="1">
                <a:latin typeface="Bahnschrift Light" panose="020B0502040204020203" pitchFamily="34" charset="0"/>
              </a:rPr>
              <a:t>тся</a:t>
            </a:r>
            <a:r>
              <a:rPr lang="ru-RU" sz="1300" dirty="0">
                <a:latin typeface="Bahnschrift Light" panose="020B0502040204020203" pitchFamily="34" charset="0"/>
              </a:rPr>
              <a:t> текстом или числом, например черный (</a:t>
            </a:r>
            <a:r>
              <a:rPr lang="ru-RU" sz="1300" i="1" dirty="0" err="1">
                <a:latin typeface="Bahnschrift Light" panose="020B0502040204020203" pitchFamily="34" charset="0"/>
              </a:rPr>
              <a:t>black</a:t>
            </a:r>
            <a:r>
              <a:rPr lang="ru-RU" sz="1300" dirty="0">
                <a:latin typeface="Bahnschrift Light" panose="020B0502040204020203" pitchFamily="34" charset="0"/>
              </a:rPr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57F752-92EC-81FA-F4D0-2F4B3F667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468" y="376709"/>
            <a:ext cx="571196" cy="806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3F2A8E-F497-31F7-C5DB-BC9507969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438" y="685746"/>
            <a:ext cx="1992479" cy="2896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F5D813-E0DE-FE96-625F-1303B8B0FFFF}"/>
              </a:ext>
            </a:extLst>
          </p:cNvPr>
          <p:cNvSpPr txBox="1"/>
          <p:nvPr/>
        </p:nvSpPr>
        <p:spPr>
          <a:xfrm>
            <a:off x="5358438" y="3627796"/>
            <a:ext cx="1992479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{</a:t>
            </a:r>
          </a:p>
          <a:p>
            <a:r>
              <a:rPr lang="en-US" sz="12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color: black</a:t>
            </a:r>
          </a:p>
          <a:p>
            <a:r>
              <a:rPr lang="en-US" sz="12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050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0" dirty="0">
                <a:latin typeface="Bahnschrift" panose="020B0502040204020203" pitchFamily="34" charset="0"/>
              </a:rPr>
              <a:t>JAVASCRIPT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677275" y="1329454"/>
            <a:ext cx="3894725" cy="2582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>
                <a:latin typeface="Bahnschrift" panose="020B0502040204020203" pitchFamily="34" charset="0"/>
              </a:rPr>
              <a:t>JavaScript</a:t>
            </a:r>
            <a:r>
              <a:rPr lang="ru-RU" sz="1400" dirty="0">
                <a:latin typeface="Bahnschrift Light" panose="020B0502040204020203" pitchFamily="34" charset="0"/>
              </a:rPr>
              <a:t> — это интерпретируемый язык программирования, который используют для написания frontend- и backend-частей сайтов, а также мобильных приложений.</a:t>
            </a:r>
            <a:endParaRPr lang="en-US" sz="1400" dirty="0">
              <a:latin typeface="Bahnschrift Light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latin typeface="Bahnschrift Light" panose="020B0502040204020203" pitchFamily="34" charset="0"/>
            </a:endParaRPr>
          </a:p>
          <a:p>
            <a:pPr marL="0" lvl="0" indent="0">
              <a:buSzPts val="1100"/>
            </a:pPr>
            <a:r>
              <a:rPr lang="ru-RU" sz="1400" dirty="0">
                <a:latin typeface="Bahnschrift" panose="020B0502040204020203" pitchFamily="34" charset="0"/>
              </a:rPr>
              <a:t>Скрипты</a:t>
            </a:r>
            <a:r>
              <a:rPr lang="ru-RU" sz="1400" dirty="0">
                <a:latin typeface="Bahnschrift Light" panose="020B0502040204020203" pitchFamily="34" charset="0"/>
              </a:rPr>
              <a:t> — это набор инструкций, которые выполняются при загрузке страницы </a:t>
            </a:r>
            <a:r>
              <a:rPr lang="en-US" sz="1400" dirty="0">
                <a:latin typeface="Bahnschrift Light" panose="020B0502040204020203" pitchFamily="34" charset="0"/>
              </a:rPr>
              <a:t>(</a:t>
            </a:r>
            <a:r>
              <a:rPr lang="ru-RU" sz="1400" dirty="0">
                <a:latin typeface="Bahnschrift Light" panose="020B0502040204020203" pitchFamily="34" charset="0"/>
              </a:rPr>
              <a:t>браузер самостоятельно интерпретирует код). Их можно прописать внутри кода страницы (тег</a:t>
            </a:r>
            <a:r>
              <a:rPr lang="en-US" sz="1400" dirty="0">
                <a:latin typeface="Bahnschrift Light" panose="020B0502040204020203" pitchFamily="34" charset="0"/>
              </a:rPr>
              <a:t> </a:t>
            </a:r>
            <a:r>
              <a:rPr lang="en-US" sz="1400" i="1" dirty="0">
                <a:latin typeface="Bahnschrift Light" panose="020B0502040204020203" pitchFamily="34" charset="0"/>
              </a:rPr>
              <a:t>script</a:t>
            </a:r>
            <a:r>
              <a:rPr lang="ru-RU" sz="1400" dirty="0">
                <a:latin typeface="Bahnschrift Light" panose="020B0502040204020203" pitchFamily="34" charset="0"/>
              </a:rPr>
              <a:t>) или подключить к HTML отдельным файлом (файл </a:t>
            </a:r>
            <a:r>
              <a:rPr lang="ru-RU" sz="1400" i="1" dirty="0">
                <a:latin typeface="Bahnschrift Light" panose="020B0502040204020203" pitchFamily="34" charset="0"/>
              </a:rPr>
              <a:t>.</a:t>
            </a:r>
            <a:r>
              <a:rPr lang="en-US" sz="1400" i="1" dirty="0">
                <a:latin typeface="Bahnschrift Light" panose="020B0502040204020203" pitchFamily="34" charset="0"/>
              </a:rPr>
              <a:t>js</a:t>
            </a:r>
            <a:r>
              <a:rPr lang="ru-RU" sz="1400" dirty="0">
                <a:latin typeface="Bahnschrift Light" panose="020B0502040204020203" pitchFamily="34" charset="0"/>
              </a:rPr>
              <a:t>). </a:t>
            </a:r>
            <a:endParaRPr lang="en-150" sz="1400" dirty="0">
              <a:latin typeface="Bahnschrift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71C81C-A730-E52C-EB4C-E3AD44B30CBB}"/>
              </a:ext>
            </a:extLst>
          </p:cNvPr>
          <p:cNvSpPr txBox="1"/>
          <p:nvPr/>
        </p:nvSpPr>
        <p:spPr>
          <a:xfrm>
            <a:off x="5198852" y="2700853"/>
            <a:ext cx="2504274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</a:p>
          <a:p>
            <a:r>
              <a:rPr lang="fr-FR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console.log('</a:t>
            </a:r>
            <a:r>
              <a:rPr lang="fr-FR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Привет</a:t>
            </a:r>
            <a:r>
              <a:rPr lang="fr-FR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мир</a:t>
            </a:r>
            <a:r>
              <a:rPr lang="fr-FR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!');</a:t>
            </a:r>
          </a:p>
          <a:p>
            <a:r>
              <a:rPr lang="fr-FR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6D1D9-0902-6B90-427C-06798175B573}"/>
              </a:ext>
            </a:extLst>
          </p:cNvPr>
          <p:cNvSpPr txBox="1"/>
          <p:nvPr/>
        </p:nvSpPr>
        <p:spPr>
          <a:xfrm>
            <a:off x="5198852" y="3526938"/>
            <a:ext cx="2504275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 src="script.js"&gt;&lt;/script&gt;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73874-36BD-A145-126F-177EECDDD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04" y="445133"/>
            <a:ext cx="683802" cy="6838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6254EE-FCB0-F6EB-DCB9-A96787DC9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50" y="951411"/>
            <a:ext cx="2504276" cy="166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5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FF9DFB67-BB70-314D-E120-84E7A4ED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36CE1DE7-224E-8597-F443-3166DAD4B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ПОСТАНОВКА ЗАДАЧИ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>
            <a:extLst>
              <a:ext uri="{FF2B5EF4-FFF2-40B4-BE49-F238E27FC236}">
                <a16:creationId xmlns:a16="http://schemas.microsoft.com/office/drawing/2014/main" id="{59624F36-2ED1-C735-46D2-679ACFE022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39026" y="1198141"/>
            <a:ext cx="4258557" cy="3020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latin typeface="Bahnschrift" panose="020B0502040204020203" pitchFamily="34" charset="0"/>
              </a:rPr>
              <a:t>Цель:</a:t>
            </a:r>
            <a:r>
              <a:rPr lang="ru-RU" sz="1000" dirty="0">
                <a:latin typeface="Bahnschrift Light" panose="020B0502040204020203" pitchFamily="34" charset="0"/>
              </a:rPr>
              <a:t> разработка </a:t>
            </a:r>
            <a:r>
              <a:rPr lang="ru-RU" sz="1000" dirty="0">
                <a:latin typeface="Bahnschrift" panose="020B0502040204020203" pitchFamily="34" charset="0"/>
              </a:rPr>
              <a:t>клиентской части</a:t>
            </a:r>
            <a:r>
              <a:rPr lang="ru-RU" sz="1000" dirty="0">
                <a:latin typeface="Bahnschrift Light" panose="020B0502040204020203" pitchFamily="34" charset="0"/>
              </a:rPr>
              <a:t> (frontend) веб-интерфейса системы онлайн-регистрации студентов.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000" dirty="0">
              <a:latin typeface="Bahnschrift Light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latin typeface="Bahnschrift" panose="020B0502040204020203" pitchFamily="34" charset="0"/>
              </a:rPr>
              <a:t>Функциональные требования: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000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000" dirty="0">
                <a:latin typeface="Bahnschrift" panose="020B0502040204020203" pitchFamily="34" charset="0"/>
              </a:rPr>
              <a:t>Главная страница</a:t>
            </a:r>
            <a:r>
              <a:rPr lang="ru-RU" sz="1000" dirty="0">
                <a:latin typeface="Bahnschrift Light" panose="020B0502040204020203" pitchFamily="34" charset="0"/>
              </a:rPr>
              <a:t> содержит краткую инструкцию по подаче документов и инициализацию процесса.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ru-RU" sz="1000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000" dirty="0">
                <a:latin typeface="Bahnschrift" panose="020B0502040204020203" pitchFamily="34" charset="0"/>
              </a:rPr>
              <a:t>Страница ввода персональных данных</a:t>
            </a:r>
            <a:r>
              <a:rPr lang="ru-RU" sz="1000" dirty="0">
                <a:latin typeface="Bahnschrift Light" panose="020B0502040204020203" pitchFamily="34" charset="0"/>
              </a:rPr>
              <a:t> собирает идентификационную информацию (ФИО, e-mail, контактный телефон).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ru-RU" sz="1000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000" dirty="0">
                <a:latin typeface="Bahnschrift" panose="020B0502040204020203" pitchFamily="34" charset="0"/>
              </a:rPr>
              <a:t>Страница ввода академических данных</a:t>
            </a:r>
            <a:r>
              <a:rPr lang="ru-RU" sz="1000" dirty="0">
                <a:latin typeface="Bahnschrift Light" panose="020B0502040204020203" pitchFamily="34" charset="0"/>
              </a:rPr>
              <a:t> позволяет выбрать факультет, загрузить копии документов и подтвердить согласие на обработку данных.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ru-RU" sz="1000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000" dirty="0">
                <a:latin typeface="Bahnschrift" panose="020B0502040204020203" pitchFamily="34" charset="0"/>
              </a:rPr>
              <a:t>Страница подтверждения</a:t>
            </a:r>
            <a:r>
              <a:rPr lang="ru-RU" sz="1000" dirty="0">
                <a:latin typeface="Bahnschrift Light" panose="020B0502040204020203" pitchFamily="34" charset="0"/>
              </a:rPr>
              <a:t> информирует пользователя об успешном завершении процесса и генерирует уникальный номер заявки.</a:t>
            </a:r>
            <a:endParaRPr lang="en-150" sz="1000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091031-51F5-ED01-D5CA-8FCA06722F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080407"/>
              </p:ext>
            </p:extLst>
          </p:nvPr>
        </p:nvGraphicFramePr>
        <p:xfrm>
          <a:off x="5110397" y="1361597"/>
          <a:ext cx="3153416" cy="2567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3122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E1432F14-153D-694F-A05C-F5C72482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52ACD91E-4F3E-DACC-D777-303605F89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ПОСТАНОВКА ЗАДАЧИ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>
            <a:extLst>
              <a:ext uri="{FF2B5EF4-FFF2-40B4-BE49-F238E27FC236}">
                <a16:creationId xmlns:a16="http://schemas.microsoft.com/office/drawing/2014/main" id="{71121C27-026B-72C0-9ABB-E4FBA1724C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32098" y="1225850"/>
            <a:ext cx="4258557" cy="2909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" panose="020B0502040204020203" pitchFamily="34" charset="0"/>
              </a:rPr>
              <a:t>Технические требования: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Использование чистого кода без сторонних библиотек (HTML5, CSS3, JS).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Обеспечение сохранности данных при переходах между страницами и при возврате на предыдущий шаг с использованием веб-хранилища </a:t>
            </a:r>
            <a:r>
              <a:rPr lang="ru-RU" i="1" dirty="0">
                <a:latin typeface="Bahnschrift Light" panose="020B0502040204020203" pitchFamily="34" charset="0"/>
              </a:rPr>
              <a:t>sessionStorage</a:t>
            </a:r>
            <a:r>
              <a:rPr lang="ru-RU" dirty="0">
                <a:latin typeface="Bahnschrift Light" panose="020B0502040204020203" pitchFamily="34" charset="0"/>
              </a:rPr>
              <a:t>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Реализация клиентской проверки заполнения обязательных полей и формата вводимых данных (запрет цифровых символов в поле ФИО, проверка маски e-mail).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D534894-2DB5-1169-CA14-9B7FF805E8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200767"/>
              </p:ext>
            </p:extLst>
          </p:nvPr>
        </p:nvGraphicFramePr>
        <p:xfrm>
          <a:off x="5110398" y="1287907"/>
          <a:ext cx="2999810" cy="2567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462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РАЗРАБОТКА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618243" y="1142635"/>
            <a:ext cx="4237775" cy="297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 Light" panose="020B0502040204020203" pitchFamily="34" charset="0"/>
              </a:rPr>
              <a:t>Структура нашего веб-сайта: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index.html </a:t>
            </a:r>
            <a:r>
              <a:rPr lang="ru-RU" dirty="0">
                <a:latin typeface="Bahnschrift Light" panose="020B0502040204020203" pitchFamily="34" charset="0"/>
              </a:rPr>
              <a:t>— главная страница.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step1.html</a:t>
            </a:r>
            <a:r>
              <a:rPr lang="ru-RU" dirty="0">
                <a:latin typeface="Bahnschrift Light" panose="020B0502040204020203" pitchFamily="34" charset="0"/>
              </a:rPr>
              <a:t> — личные данные.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step2.html</a:t>
            </a:r>
            <a:r>
              <a:rPr lang="ru-RU" dirty="0">
                <a:latin typeface="Bahnschrift Light" panose="020B0502040204020203" pitchFamily="34" charset="0"/>
              </a:rPr>
              <a:t> — академические данные.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success.html</a:t>
            </a:r>
            <a:r>
              <a:rPr lang="ru-RU" dirty="0">
                <a:latin typeface="Bahnschrift Light" panose="020B0502040204020203" pitchFamily="34" charset="0"/>
              </a:rPr>
              <a:t> — страница подтверждения.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style.css</a:t>
            </a:r>
            <a:r>
              <a:rPr lang="ru-RU" dirty="0">
                <a:latin typeface="Bahnschrift Light" panose="020B0502040204020203" pitchFamily="34" charset="0"/>
              </a:rPr>
              <a:t> – дизайн нашего веб-сайта.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state.js</a:t>
            </a:r>
            <a:r>
              <a:rPr lang="ru-RU" dirty="0">
                <a:latin typeface="Bahnschrift Light" panose="020B0502040204020203" pitchFamily="34" charset="0"/>
              </a:rPr>
              <a:t> — логика обработки.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ru-RU" dirty="0">
              <a:latin typeface="Bahnschrift Light" panose="020B050204020402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i="1" dirty="0">
                <a:latin typeface="Bahnschrift Light" panose="020B0502040204020203" pitchFamily="34" charset="0"/>
              </a:rPr>
              <a:t>validation.js</a:t>
            </a:r>
            <a:r>
              <a:rPr lang="ru-RU" dirty="0">
                <a:latin typeface="Bahnschrift Light" panose="020B0502040204020203" pitchFamily="34" charset="0"/>
              </a:rPr>
              <a:t> — дополнительные проверки.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C69EE-544B-0D91-017B-E779077B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018" y="1021773"/>
            <a:ext cx="2797112" cy="2852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4890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ГЛАВНАЯ СТРАНИЦА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685662" y="1011114"/>
            <a:ext cx="3882602" cy="7075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 Light" panose="020B0502040204020203" pitchFamily="34" charset="0"/>
              </a:rPr>
              <a:t>Задача файла </a:t>
            </a:r>
            <a:r>
              <a:rPr lang="ru-RU" i="1" dirty="0">
                <a:latin typeface="Bahnschrift Light" panose="020B0502040204020203" pitchFamily="34" charset="0"/>
              </a:rPr>
              <a:t>index.html</a:t>
            </a:r>
            <a:r>
              <a:rPr lang="ru-RU" dirty="0">
                <a:latin typeface="Bahnschrift Light" panose="020B0502040204020203" pitchFamily="34" charset="0"/>
              </a:rPr>
              <a:t> — поприветствовать пользователя, объяснить правила подачи документов и дать четкий призыв к действию.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02359-DEDE-C82C-2BC5-EC7BDCCF0A42}"/>
              </a:ext>
            </a:extLst>
          </p:cNvPr>
          <p:cNvSpPr txBox="1"/>
          <p:nvPr/>
        </p:nvSpPr>
        <p:spPr>
          <a:xfrm>
            <a:off x="685662" y="1718651"/>
            <a:ext cx="3882602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&lt;header style="text-align: center; margin-bottom: 30px;"&gt;</a:t>
            </a:r>
            <a:endParaRPr lang="en-150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class="logo" style="font-size: 40px; margin-bottom: 10px;"&gt;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🎓&lt;/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  <a:endParaRPr lang="en-150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&lt;h1&gt;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Приемная комиссия&lt;/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h1&gt;</a:t>
            </a:r>
            <a:endParaRPr lang="en-150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&lt;p style="color: #666;"&gt;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Добро пожаловать на официальный портал онлайн-регистрации студентов.&lt;/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endParaRPr lang="en-150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&lt;/header&gt;</a:t>
            </a:r>
            <a:endParaRPr lang="en-150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B891F-27EC-E8D1-E605-611BDE3C76BD}"/>
              </a:ext>
            </a:extLst>
          </p:cNvPr>
          <p:cNvSpPr txBox="1"/>
          <p:nvPr/>
        </p:nvSpPr>
        <p:spPr>
          <a:xfrm>
            <a:off x="685662" y="2996666"/>
            <a:ext cx="3882602" cy="1446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&lt;section class="info-section" style="background: #f8f9fa; padding: 20px; border-radius: 8px; margin-bottom: 25px;"&gt;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&lt;h3&gt;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Для регистрации вам понадобятся:&lt;/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h3&gt;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&lt;ul style="line-height: 1.8; color: #444;"&gt;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&lt;li&gt;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Паспортные данные и контакты&lt;/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&lt;li&gt;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Сведения о предыдущем образовании&lt;/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&lt;li&gt;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Электронная копия аттестата или диплома (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PDF/JPG)&lt;/li&gt;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&lt;/ul&gt;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&lt;/section&gt;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6E2DD-05C0-469A-4AA9-CE1DB0E5CDF0}"/>
              </a:ext>
            </a:extLst>
          </p:cNvPr>
          <p:cNvSpPr txBox="1"/>
          <p:nvPr/>
        </p:nvSpPr>
        <p:spPr>
          <a:xfrm>
            <a:off x="1803922" y="2672758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Заголовок страницы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68FA9A-3543-40B7-BA33-CFE48A01E64E}"/>
              </a:ext>
            </a:extLst>
          </p:cNvPr>
          <p:cNvSpPr txBox="1"/>
          <p:nvPr/>
        </p:nvSpPr>
        <p:spPr>
          <a:xfrm>
            <a:off x="1803922" y="4443216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Требуемые данные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6D2B54-20E1-59D9-CA31-80728E25D8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01" r="29814"/>
          <a:stretch>
            <a:fillRect/>
          </a:stretch>
        </p:blipFill>
        <p:spPr bwMode="auto">
          <a:xfrm>
            <a:off x="4990828" y="1061939"/>
            <a:ext cx="2863132" cy="33812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54260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DFAC31DD-CF0E-1379-33FF-4982360B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4F24E811-6C86-8D58-BAF4-7DB4A9253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ГЛАВНАЯ СТРАНИЦА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9AD60D-F0C8-AA6D-596A-C3FCDF8A9148}"/>
              </a:ext>
            </a:extLst>
          </p:cNvPr>
          <p:cNvSpPr txBox="1"/>
          <p:nvPr/>
        </p:nvSpPr>
        <p:spPr>
          <a:xfrm>
            <a:off x="690660" y="1047271"/>
            <a:ext cx="3876987" cy="255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class="steps-preview" style="display: flex; justify-content: space-between; margin-bottom: 30px; font-size: 0.9em; color: #888;"&gt;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style="text-align: center; flex: 1;"&gt;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&lt;div style="font-weight: bold;"&gt;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Шаг 1&lt;/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Личные данные</a:t>
            </a:r>
          </a:p>
          <a:p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style="text-align: center; flex: 1; border-left: 1px solid #ddd; border-right: 1px solid #ddd;"&gt;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&lt;div style="font-weight: bold;"&gt;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Шаг 2&lt;/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Документы</a:t>
            </a:r>
          </a:p>
          <a:p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style="text-align: center; flex: 1;"&gt;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&lt;div style="font-weight: bold;"&gt;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Шаг 3&lt;/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Подтверждение</a:t>
            </a:r>
          </a:p>
          <a:p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DD828-DF0C-9FB6-B4B0-EAB10E5D90E2}"/>
              </a:ext>
            </a:extLst>
          </p:cNvPr>
          <p:cNvSpPr txBox="1"/>
          <p:nvPr/>
        </p:nvSpPr>
        <p:spPr>
          <a:xfrm>
            <a:off x="1759695" y="3590497"/>
            <a:ext cx="1747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Шаги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0FE1C-7E09-C690-9D1F-7FDD8A0B7DA2}"/>
              </a:ext>
            </a:extLst>
          </p:cNvPr>
          <p:cNvSpPr txBox="1"/>
          <p:nvPr/>
        </p:nvSpPr>
        <p:spPr>
          <a:xfrm>
            <a:off x="690659" y="3858441"/>
            <a:ext cx="3876987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type="button" class="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-next" onclick="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startRegistration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Заполнить анкету</a:t>
            </a:r>
          </a:p>
          <a:p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button&gt;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8D661-CDFC-20BD-090B-2E4D7A17FAF0}"/>
              </a:ext>
            </a:extLst>
          </p:cNvPr>
          <p:cNvSpPr txBox="1"/>
          <p:nvPr/>
        </p:nvSpPr>
        <p:spPr>
          <a:xfrm>
            <a:off x="1759695" y="4443216"/>
            <a:ext cx="1747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Кнопка продолжения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30E16-31F9-B6B5-04F7-ECBE9899A8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01" r="29814"/>
          <a:stretch>
            <a:fillRect/>
          </a:stretch>
        </p:blipFill>
        <p:spPr bwMode="auto">
          <a:xfrm>
            <a:off x="4990828" y="1061939"/>
            <a:ext cx="2863132" cy="33812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663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C9AC5867-EDAC-1F52-63C4-A9B1F9CF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A64FCD7C-CA7B-14EB-8D9E-072E34B737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ДАННЫЕ О СЕБЕ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>
            <a:extLst>
              <a:ext uri="{FF2B5EF4-FFF2-40B4-BE49-F238E27FC236}">
                <a16:creationId xmlns:a16="http://schemas.microsoft.com/office/drawing/2014/main" id="{C905AD79-4448-F394-0B7B-8221C06340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9813" y="1066324"/>
            <a:ext cx="4220005" cy="61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 Light" panose="020B0502040204020203" pitchFamily="34" charset="0"/>
              </a:rPr>
              <a:t>Здесь главная задача — использовать семантические теги и правильные типы </a:t>
            </a:r>
            <a:r>
              <a:rPr lang="ru-RU" i="1" dirty="0" err="1">
                <a:latin typeface="Bahnschrift Light" panose="020B0502040204020203" pitchFamily="34" charset="0"/>
              </a:rPr>
              <a:t>input</a:t>
            </a:r>
            <a:r>
              <a:rPr lang="ru-RU" dirty="0">
                <a:latin typeface="Bahnschrift Light" panose="020B0502040204020203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5FF5C-2577-97C7-C2AC-0D60C7A80B7E}"/>
              </a:ext>
            </a:extLst>
          </p:cNvPr>
          <p:cNvSpPr txBox="1"/>
          <p:nvPr/>
        </p:nvSpPr>
        <p:spPr>
          <a:xfrm>
            <a:off x="4571998" y="3533796"/>
            <a:ext cx="3493011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class="progress-bar"&gt;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class="step active"&gt;1.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Личные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данные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class="step"&gt;2.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Академические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данные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&lt;/div&gt;</a:t>
            </a:r>
            <a:endParaRPr lang="ru-RU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5ADB1-34F1-F316-5DDC-6E8D81D8884F}"/>
              </a:ext>
            </a:extLst>
          </p:cNvPr>
          <p:cNvSpPr txBox="1"/>
          <p:nvPr/>
        </p:nvSpPr>
        <p:spPr>
          <a:xfrm>
            <a:off x="591564" y="1564027"/>
            <a:ext cx="3980435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 id="step1-form"&gt;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&lt;h2&gt;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Расскажите о себе&lt;/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h2&gt;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&lt;!--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используем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required,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чтобы система не принимала пустые поля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--&gt;</a:t>
            </a:r>
            <a:endParaRPr lang="ru-RU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div class="form-group"&gt;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for="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ФИО *&lt;/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&lt;input type="text" id="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 required&gt;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class="form-group"&gt;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for="email"&gt;E-mail *&lt;/label&gt;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&lt;input type="email" id="email" required&gt;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class="form-group"&gt;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for="phone"&gt;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Телефон *&lt;/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&lt;input type="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 id="phone" required&gt;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&lt;button type="submit" class="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-next"&gt;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Далее&lt;/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button&gt;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&lt;/form&gt;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905F3-58FE-BCE2-81CE-187230B72109}"/>
              </a:ext>
            </a:extLst>
          </p:cNvPr>
          <p:cNvSpPr txBox="1"/>
          <p:nvPr/>
        </p:nvSpPr>
        <p:spPr>
          <a:xfrm>
            <a:off x="5600561" y="4387768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Прогресс-бар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1863F-6DA7-DAFE-FC64-10B8037A4846}"/>
              </a:ext>
            </a:extLst>
          </p:cNvPr>
          <p:cNvSpPr txBox="1"/>
          <p:nvPr/>
        </p:nvSpPr>
        <p:spPr>
          <a:xfrm>
            <a:off x="1758740" y="4364794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Ввод данных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C4176-21C4-9410-BFC4-84E997E4E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5" t="12853" r="17187" b="15082"/>
          <a:stretch>
            <a:fillRect/>
          </a:stretch>
        </p:blipFill>
        <p:spPr>
          <a:xfrm>
            <a:off x="4783458" y="1089299"/>
            <a:ext cx="3281551" cy="22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70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5260D07D-84D9-80EE-9A31-361D0FDD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7BCF1DAB-B408-1F8F-E7BF-733A0A1A1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АКАДЕМИЧЕСКИЕ ДАННЫЕ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>
            <a:extLst>
              <a:ext uri="{FF2B5EF4-FFF2-40B4-BE49-F238E27FC236}">
                <a16:creationId xmlns:a16="http://schemas.microsoft.com/office/drawing/2014/main" id="{1364EA51-1DA8-1CBD-E719-CF1B3D85D5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661" y="1100484"/>
            <a:ext cx="3720083" cy="667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 Light" panose="020B0502040204020203" pitchFamily="34" charset="0"/>
              </a:rPr>
              <a:t>На данной странице мы собираем информацию об образовании и создаём возможность загрузки файла аттестата.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01D6C-188F-9ADC-769B-A9E6EE693E8C}"/>
              </a:ext>
            </a:extLst>
          </p:cNvPr>
          <p:cNvSpPr txBox="1"/>
          <p:nvPr/>
        </p:nvSpPr>
        <p:spPr>
          <a:xfrm>
            <a:off x="685661" y="1877303"/>
            <a:ext cx="3720083" cy="2585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class="form-group"&gt;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for="faculty"&gt;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Выберите факультет *&lt;/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&lt;select id="faculty" required&gt;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&lt;option value=""&gt;-- 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Не выбран --&lt;/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&lt;option value="it"&gt;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Информационные технологии&lt;/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&lt;option value="economics"&gt;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Экономика и менеджмент&lt;/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&lt;option value="design"&gt;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Дизайн и архитектура&lt;/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&lt;option value="oil"&gt;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Нефтегазовая промышленность&lt;/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&lt;option value="analytics"&gt;</a:t>
            </a:r>
            <a:r>
              <a:rPr lang="ru-RU" sz="900" dirty="0">
                <a:latin typeface="Courier New" panose="02070309020205020404" pitchFamily="49" charset="0"/>
                <a:cs typeface="Courier New" panose="02070309020205020404" pitchFamily="49" charset="0"/>
              </a:rPr>
              <a:t>Аналитика&lt;/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&lt;/select&gt;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101DF-A6A8-C03D-9ED1-B1F22CF5F628}"/>
              </a:ext>
            </a:extLst>
          </p:cNvPr>
          <p:cNvSpPr txBox="1"/>
          <p:nvPr/>
        </p:nvSpPr>
        <p:spPr>
          <a:xfrm>
            <a:off x="1722661" y="4462626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Выбор факультета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610F6-AE7E-C2A0-051A-C5D4DC1994E8}"/>
              </a:ext>
            </a:extLst>
          </p:cNvPr>
          <p:cNvSpPr txBox="1"/>
          <p:nvPr/>
        </p:nvSpPr>
        <p:spPr>
          <a:xfrm>
            <a:off x="4405743" y="2769855"/>
            <a:ext cx="3858070" cy="16927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class="form-group"&gt;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for="diploma"&gt;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Сканирование аттестата/диплома (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PDF, JPG) *&lt;/label&gt;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&lt;input type="file" id="diploma" accept=".pdf, .jpg, .jpeg" required&gt;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class="form-group"&gt;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&lt;input type="checkbox" id="terms" required&gt; 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Я согласен с условиями обработки данных</a:t>
            </a:r>
          </a:p>
          <a:p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75DEA-D15A-97B5-1E98-F1BB31B54FB9}"/>
              </a:ext>
            </a:extLst>
          </p:cNvPr>
          <p:cNvSpPr txBox="1"/>
          <p:nvPr/>
        </p:nvSpPr>
        <p:spPr>
          <a:xfrm>
            <a:off x="5225465" y="4462626"/>
            <a:ext cx="2447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Загрузка файла и чекбокс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44C7F5-CC49-D45D-5349-B0A5E50DA7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4" t="20621" r="23353" b="20132"/>
          <a:stretch>
            <a:fillRect/>
          </a:stretch>
        </p:blipFill>
        <p:spPr>
          <a:xfrm>
            <a:off x="5369514" y="658194"/>
            <a:ext cx="2894299" cy="195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74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136C6631-2320-A74D-F525-D99099B0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4F7F184D-E841-2FE6-65EB-0AABDCC34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АКАДЕМИЧЕСКИЕ ДАННЫЕ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97D0E0-3625-4017-8F14-B5A009BE7DD8}"/>
              </a:ext>
            </a:extLst>
          </p:cNvPr>
          <p:cNvSpPr txBox="1"/>
          <p:nvPr/>
        </p:nvSpPr>
        <p:spPr>
          <a:xfrm>
            <a:off x="1692266" y="4043916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Выбор факультета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4E293-416E-32FF-4FAC-AB6BA408A5BD}"/>
              </a:ext>
            </a:extLst>
          </p:cNvPr>
          <p:cNvSpPr txBox="1"/>
          <p:nvPr/>
        </p:nvSpPr>
        <p:spPr>
          <a:xfrm>
            <a:off x="5630489" y="4043916"/>
            <a:ext cx="164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Загрузка файла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AEFB16-1AA3-25AE-22D6-07BCD8846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6" t="15392" r="22632" b="14331"/>
          <a:stretch>
            <a:fillRect/>
          </a:stretch>
        </p:blipFill>
        <p:spPr>
          <a:xfrm>
            <a:off x="828609" y="1376582"/>
            <a:ext cx="3373397" cy="2667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BA9D78-E54F-8FD6-1FC1-5727AC0B5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5" t="15427" r="23116" b="14137"/>
          <a:stretch>
            <a:fillRect/>
          </a:stretch>
        </p:blipFill>
        <p:spPr>
          <a:xfrm>
            <a:off x="4766831" y="1376582"/>
            <a:ext cx="3373398" cy="266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19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560AFA87-07C8-2B0C-8039-FCB220E0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4A371F10-6308-BAAD-346D-D5209EBFA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ПОДТВЕРЖДЕНИЕ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>
            <a:extLst>
              <a:ext uri="{FF2B5EF4-FFF2-40B4-BE49-F238E27FC236}">
                <a16:creationId xmlns:a16="http://schemas.microsoft.com/office/drawing/2014/main" id="{EF1D904D-932D-36D2-8897-0E4E4A9201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662" y="1011114"/>
            <a:ext cx="38863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 Light" panose="020B0502040204020203" pitchFamily="34" charset="0"/>
              </a:rPr>
              <a:t>Страница </a:t>
            </a:r>
            <a:r>
              <a:rPr lang="ru-RU" i="1" dirty="0">
                <a:latin typeface="Bahnschrift Light" panose="020B0502040204020203" pitchFamily="34" charset="0"/>
              </a:rPr>
              <a:t>success.html</a:t>
            </a:r>
            <a:r>
              <a:rPr lang="ru-RU" dirty="0">
                <a:latin typeface="Bahnschrift Light" panose="020B0502040204020203" pitchFamily="34" charset="0"/>
              </a:rPr>
              <a:t> просто поздравляет пользователя и выводит данные из сессии.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133A3-D52D-9DAF-5CFF-AD21245424BA}"/>
              </a:ext>
            </a:extLst>
          </p:cNvPr>
          <p:cNvSpPr txBox="1"/>
          <p:nvPr/>
        </p:nvSpPr>
        <p:spPr>
          <a:xfrm>
            <a:off x="685662" y="1583814"/>
            <a:ext cx="3723698" cy="16927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class="container" style="text-align: center;"&gt;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&lt;div style="font-size: 50px; color: #28a745;"&gt;✔&lt;/div&gt;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&lt;h1&gt;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Заявка принята!&lt;/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h1&gt;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&lt;p&gt;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Уважаемый(</a:t>
            </a:r>
            <a:r>
              <a:rPr lang="ru-RU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ая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&lt;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strong id="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Студент&lt;/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strong&gt;, 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ваша регистрация прошла успешно.&lt;/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&lt;p&gt;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Номер вашей заявки: &lt;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strong&gt;#&lt;span id="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"&gt;&lt;/span&gt;&lt;/strong&gt;&lt;/p&gt;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&lt;button class="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-next" onclick="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sessionStorage.clear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location.href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='index.html'"&gt;</a:t>
            </a:r>
            <a:r>
              <a:rPr lang="ru-RU" sz="800" dirty="0">
                <a:latin typeface="Courier New" panose="02070309020205020404" pitchFamily="49" charset="0"/>
                <a:cs typeface="Courier New" panose="02070309020205020404" pitchFamily="49" charset="0"/>
              </a:rPr>
              <a:t>На главную&lt;/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button&gt;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1663D8-EA37-3614-0993-C7C7F295B53F}"/>
              </a:ext>
            </a:extLst>
          </p:cNvPr>
          <p:cNvSpPr txBox="1"/>
          <p:nvPr/>
        </p:nvSpPr>
        <p:spPr>
          <a:xfrm>
            <a:off x="1016438" y="3276585"/>
            <a:ext cx="306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Сообщение о подтверждении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E7C8E-062C-5423-7264-6E6E4A472F65}"/>
              </a:ext>
            </a:extLst>
          </p:cNvPr>
          <p:cNvSpPr txBox="1"/>
          <p:nvPr/>
        </p:nvSpPr>
        <p:spPr>
          <a:xfrm>
            <a:off x="685662" y="3553584"/>
            <a:ext cx="7343034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data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sessionStorage.getItem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(data)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data.fullName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Math.floor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* 100000);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42265-A18C-F73A-1C2D-2C520A19C724}"/>
              </a:ext>
            </a:extLst>
          </p:cNvPr>
          <p:cNvSpPr txBox="1"/>
          <p:nvPr/>
        </p:nvSpPr>
        <p:spPr>
          <a:xfrm>
            <a:off x="2720830" y="4511376"/>
            <a:ext cx="3377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Получение ФИО и генерация номера заявки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EA598-0530-6948-831E-0F76D9ED8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3" t="21629" r="24259" b="23352"/>
          <a:stretch>
            <a:fillRect/>
          </a:stretch>
        </p:blipFill>
        <p:spPr>
          <a:xfrm>
            <a:off x="4697850" y="1066324"/>
            <a:ext cx="3330846" cy="22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4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ОБРАБОТКА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589288" y="997527"/>
            <a:ext cx="3982712" cy="5121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u-RU" dirty="0">
                <a:latin typeface="Bahnschrift Light" panose="020B0502040204020203" pitchFamily="34" charset="0"/>
              </a:rPr>
              <a:t>Добавим скрипт обработки формы. Он должен уметь работать на обеих страницах.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49E61-BB5B-0B9C-7231-9A0FFA9B116B}"/>
              </a:ext>
            </a:extLst>
          </p:cNvPr>
          <p:cNvSpPr txBox="1"/>
          <p:nvPr/>
        </p:nvSpPr>
        <p:spPr>
          <a:xfrm>
            <a:off x="589288" y="1509670"/>
            <a:ext cx="3982712" cy="29238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(step1Form) {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const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sessionStorage.getItem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studentData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')) || {};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savedData.fullName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').value =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savedData.fullName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savedData.email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('email').value =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savedData.email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savedData.phone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('phone').value =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savedData.phone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step1Form.addEventListener('submit', (e) =&gt; {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e.preventDefault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const data = {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').value,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email: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('email').value,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phone: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('phone').value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sessionStorage.setItem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studentData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(data));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window.location.href</a:t>
            </a:r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'step2.html';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});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B0C392-5CF5-0B69-70C1-4EC81C9FB847}"/>
              </a:ext>
            </a:extLst>
          </p:cNvPr>
          <p:cNvSpPr txBox="1"/>
          <p:nvPr/>
        </p:nvSpPr>
        <p:spPr>
          <a:xfrm>
            <a:off x="1049571" y="4433547"/>
            <a:ext cx="306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Логика для </a:t>
            </a:r>
            <a:r>
              <a:rPr lang="en-US" sz="1200" i="1" dirty="0">
                <a:solidFill>
                  <a:schemeClr val="accent6"/>
                </a:solidFill>
                <a:latin typeface="Bahnschrift Light" panose="020B0502040204020203" pitchFamily="34" charset="0"/>
              </a:rPr>
              <a:t>step1.html</a:t>
            </a:r>
            <a:endParaRPr lang="en-150" sz="1200" i="1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56EBD-6A2F-84CA-02CA-75A940DD8A8F}"/>
              </a:ext>
            </a:extLst>
          </p:cNvPr>
          <p:cNvSpPr txBox="1"/>
          <p:nvPr/>
        </p:nvSpPr>
        <p:spPr>
          <a:xfrm>
            <a:off x="4576141" y="955672"/>
            <a:ext cx="3917814" cy="3477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(step2Form) {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step2Form.addEventListener('submit', (e) =&gt; {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e.preventDefault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// </a:t>
            </a:r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Получаем данные из первой формы</a:t>
            </a:r>
          </a:p>
          <a:p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existingData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sessionStorage.getItem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')) || {};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// </a:t>
            </a:r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Добавляем данные второй формы</a:t>
            </a:r>
          </a:p>
          <a:p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...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existingData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faculty: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('faculty').value,     </a:t>
            </a:r>
          </a:p>
          <a:p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('diploma').files[0].name 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};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console.log('</a:t>
            </a:r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Отправка данных на сервер:',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sessionStorage.setItem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finalData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ru-RU" sz="10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    </a:t>
            </a:r>
            <a:endParaRPr lang="ru-RU" sz="10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0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DDA2B-569F-96E7-DD29-413F0BDAEFF6}"/>
              </a:ext>
            </a:extLst>
          </p:cNvPr>
          <p:cNvSpPr txBox="1"/>
          <p:nvPr/>
        </p:nvSpPr>
        <p:spPr>
          <a:xfrm>
            <a:off x="5003975" y="4433547"/>
            <a:ext cx="306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Логика для </a:t>
            </a:r>
            <a:r>
              <a:rPr lang="en-US" sz="1200" i="1" dirty="0">
                <a:solidFill>
                  <a:schemeClr val="accent6"/>
                </a:solidFill>
                <a:latin typeface="Bahnschrift Light" panose="020B0502040204020203" pitchFamily="34" charset="0"/>
              </a:rPr>
              <a:t>step2.html</a:t>
            </a:r>
            <a:endParaRPr lang="en-150" sz="1200" i="1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88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ADAAC630-22B6-15A1-AE30-2F9E9FE9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>
            <a:extLst>
              <a:ext uri="{FF2B5EF4-FFF2-40B4-BE49-F238E27FC236}">
                <a16:creationId xmlns:a16="http://schemas.microsoft.com/office/drawing/2014/main" id="{9EA34381-635F-2197-74EF-3677E502CC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ВАЛИДАЦИЯ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>
            <a:extLst>
              <a:ext uri="{FF2B5EF4-FFF2-40B4-BE49-F238E27FC236}">
                <a16:creationId xmlns:a16="http://schemas.microsoft.com/office/drawing/2014/main" id="{15EE28AC-E9A4-B04D-EB6D-C45AE72CD2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9462" y="1066324"/>
            <a:ext cx="3962538" cy="5117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Bahnschrift Light" panose="020B0502040204020203" pitchFamily="34" charset="0"/>
              </a:rPr>
              <a:t>Скрипт </a:t>
            </a:r>
            <a:r>
              <a:rPr lang="ru-RU" i="1" dirty="0">
                <a:latin typeface="Bahnschrift Light" panose="020B0502040204020203" pitchFamily="34" charset="0"/>
              </a:rPr>
              <a:t>validation.js</a:t>
            </a:r>
            <a:r>
              <a:rPr lang="ru-RU" dirty="0">
                <a:latin typeface="Bahnschrift Light" panose="020B0502040204020203" pitchFamily="34" charset="0"/>
              </a:rPr>
              <a:t> подключаем для обнаружения ошибок ввода данных.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8A1F4F-CF55-BBEC-1D53-92B5944C0E2D}"/>
              </a:ext>
            </a:extLst>
          </p:cNvPr>
          <p:cNvSpPr txBox="1"/>
          <p:nvPr/>
        </p:nvSpPr>
        <p:spPr>
          <a:xfrm>
            <a:off x="609460" y="1585770"/>
            <a:ext cx="3962540" cy="2708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Маска для телефона и запрет цифр в имени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document.querySelectorAll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('input').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(input =&gt;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input.addEventListener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('blur', () =&gt;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input.classList.add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('touched');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nameInput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nameInput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nameInput.addEventListener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('input', (e) =&gt;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  <a:r>
              <a:rPr lang="ru-RU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Удаляем цифры, если пользователь пытается их ввести в ФИО</a:t>
            </a:r>
          </a:p>
          <a:p>
            <a:r>
              <a:rPr lang="ru-RU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e.target.value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e.target.value.replace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(/[0-9]/g, '');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675B3-0B2B-2BA9-6B23-C65525C4D7BF}"/>
              </a:ext>
            </a:extLst>
          </p:cNvPr>
          <p:cNvSpPr txBox="1"/>
          <p:nvPr/>
        </p:nvSpPr>
        <p:spPr>
          <a:xfrm>
            <a:off x="1059657" y="4294204"/>
            <a:ext cx="306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Проверка данных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7EFF44-BE76-F3D1-59FF-4C3564971262}"/>
              </a:ext>
            </a:extLst>
          </p:cNvPr>
          <p:cNvSpPr txBox="1"/>
          <p:nvPr/>
        </p:nvSpPr>
        <p:spPr>
          <a:xfrm>
            <a:off x="4713797" y="939439"/>
            <a:ext cx="323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/>
                </a:solidFill>
                <a:latin typeface="Bahnschrift" panose="020B0502040204020203" pitchFamily="34" charset="0"/>
              </a:rPr>
              <a:t>Результат: </a:t>
            </a:r>
            <a:r>
              <a:rPr lang="ru-RU" sz="12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система не принимает пустые поля, также не допускается ввод цифр в поле ФИО:</a:t>
            </a:r>
            <a:endParaRPr lang="en-150" sz="1200" dirty="0">
              <a:solidFill>
                <a:schemeClr val="accent6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E59F3-0B01-EF64-FAD1-118B9E527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6" t="11479" r="21350" b="11362"/>
          <a:stretch>
            <a:fillRect/>
          </a:stretch>
        </p:blipFill>
        <p:spPr>
          <a:xfrm>
            <a:off x="4713798" y="1578076"/>
            <a:ext cx="3231528" cy="272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10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6"/>
          <p:cNvSpPr txBox="1">
            <a:spLocks noGrp="1"/>
          </p:cNvSpPr>
          <p:nvPr>
            <p:ph type="title"/>
          </p:nvPr>
        </p:nvSpPr>
        <p:spPr>
          <a:xfrm>
            <a:off x="559813" y="4936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latin typeface="Bahnschrift" panose="020B0502040204020203" pitchFamily="34" charset="0"/>
              </a:rPr>
              <a:t>ЗАКЛЮЧЕНИЕ</a:t>
            </a:r>
            <a:endParaRPr sz="2800" b="0" dirty="0">
              <a:latin typeface="Bahnschrift" panose="020B0502040204020203" pitchFamily="34" charset="0"/>
            </a:endParaRPr>
          </a:p>
        </p:txBody>
      </p:sp>
      <p:sp>
        <p:nvSpPr>
          <p:cNvPr id="1315" name="Google Shape;1315;p26"/>
          <p:cNvSpPr txBox="1">
            <a:spLocks noGrp="1"/>
          </p:cNvSpPr>
          <p:nvPr>
            <p:ph type="subTitle" idx="1"/>
          </p:nvPr>
        </p:nvSpPr>
        <p:spPr>
          <a:xfrm>
            <a:off x="559813" y="1122756"/>
            <a:ext cx="3839005" cy="2742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dirty="0">
                <a:latin typeface="Bahnschrift Light" panose="020B0502040204020203" pitchFamily="34" charset="0"/>
              </a:rPr>
              <a:t>В ходе выполнения данной работы была спроектирована и реализована </a:t>
            </a:r>
            <a:r>
              <a:rPr lang="ru-RU" sz="1300" dirty="0" err="1">
                <a:latin typeface="Bahnschrift" panose="020B0502040204020203" pitchFamily="34" charset="0"/>
              </a:rPr>
              <a:t>frontend</a:t>
            </a:r>
            <a:r>
              <a:rPr lang="ru-RU" sz="1300" dirty="0">
                <a:latin typeface="Bahnschrift" panose="020B0502040204020203" pitchFamily="34" charset="0"/>
              </a:rPr>
              <a:t>-часть</a:t>
            </a:r>
            <a:r>
              <a:rPr lang="ru-RU" sz="1300" dirty="0">
                <a:latin typeface="Bahnschrift Light" panose="020B0502040204020203" pitchFamily="34" charset="0"/>
              </a:rPr>
              <a:t> системы онлайн-регистрации студентов. Разработанное решение представляет собой прототип клиентского интерфейса, готовый к интеграции с серверной частью (</a:t>
            </a:r>
            <a:r>
              <a:rPr lang="ru-RU" sz="1300" i="1" dirty="0">
                <a:latin typeface="Bahnschrift Light" panose="020B0502040204020203" pitchFamily="34" charset="0"/>
              </a:rPr>
              <a:t>backend</a:t>
            </a:r>
            <a:r>
              <a:rPr lang="ru-RU" sz="1300" dirty="0">
                <a:latin typeface="Bahnschrift Light" panose="020B0502040204020203" pitchFamily="34" charset="0"/>
              </a:rPr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300" dirty="0">
              <a:latin typeface="Bahnschrift Light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dirty="0">
                <a:latin typeface="Bahnschrift Light" panose="020B0502040204020203" pitchFamily="34" charset="0"/>
              </a:rPr>
              <a:t>Данный проект показывает, как использование чистого технологического стека позволяет создавать интуитивно понятные веб-приложения для государственного и образовательного секторов.</a:t>
            </a:r>
            <a:endParaRPr lang="en-150" sz="1300" dirty="0">
              <a:latin typeface="Bahnschrift Ligh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56F80F-F00E-F722-13DD-367CDB9D208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2" r="21646"/>
          <a:stretch>
            <a:fillRect/>
          </a:stretch>
        </p:blipFill>
        <p:spPr bwMode="auto">
          <a:xfrm>
            <a:off x="4996187" y="1122756"/>
            <a:ext cx="3267626" cy="27426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74353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7"/>
          <p:cNvSpPr txBox="1">
            <a:spLocks noGrp="1"/>
          </p:cNvSpPr>
          <p:nvPr>
            <p:ph type="title"/>
          </p:nvPr>
        </p:nvSpPr>
        <p:spPr>
          <a:xfrm>
            <a:off x="2393250" y="1388127"/>
            <a:ext cx="4357500" cy="16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dirty="0">
                <a:latin typeface="Bahnschrift" panose="020B0502040204020203" pitchFamily="34" charset="0"/>
              </a:rPr>
              <a:t>СПАСИБО ЗА ВНИМАНИЕ!</a:t>
            </a:r>
            <a:endParaRPr b="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67280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l Security Consulting by Slidesgo">
  <a:themeElements>
    <a:clrScheme name="Simple Light">
      <a:dk1>
        <a:srgbClr val="F3F3F3"/>
      </a:dk1>
      <a:lt1>
        <a:srgbClr val="000B42"/>
      </a:lt1>
      <a:dk2>
        <a:srgbClr val="00EFFF"/>
      </a:dk2>
      <a:lt2>
        <a:srgbClr val="00C9F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2030</Words>
  <Application>Microsoft Office PowerPoint</Application>
  <PresentationFormat>On-screen Show (16:9)</PresentationFormat>
  <Paragraphs>245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Digital Security Consulting by Slidesgo</vt:lpstr>
      <vt:lpstr>PowerPoint Presentation</vt:lpstr>
      <vt:lpstr>РАЗРАБОТКА ОНЛАЙН-СИСТЕМЫ РЕГИСТРАЦИИ СТУДЕНТОВ</vt:lpstr>
      <vt:lpstr>PowerPoint Presentation</vt:lpstr>
      <vt:lpstr>HTML</vt:lpstr>
      <vt:lpstr>CSS</vt:lpstr>
      <vt:lpstr>JAVASCRIPT</vt:lpstr>
      <vt:lpstr>ПОСТАНОВКА ЗАДАЧИ</vt:lpstr>
      <vt:lpstr>ПОСТАНОВКА ЗАДАЧИ</vt:lpstr>
      <vt:lpstr>РАЗРАБОТКА</vt:lpstr>
      <vt:lpstr>ГЛАВНАЯ СТРАНИЦА</vt:lpstr>
      <vt:lpstr>ГЛАВНАЯ СТРАНИЦА</vt:lpstr>
      <vt:lpstr>ДАННЫЕ О СЕБЕ</vt:lpstr>
      <vt:lpstr>АКАДЕМИЧЕСКИЕ ДАННЫЕ</vt:lpstr>
      <vt:lpstr>АКАДЕМИЧЕСКИЕ ДАННЫЕ</vt:lpstr>
      <vt:lpstr>ПОДТВЕРЖДЕНИЕ</vt:lpstr>
      <vt:lpstr>ОБРАБОТКА</vt:lpstr>
      <vt:lpstr>ВАЛИДАЦИЯ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Security Consulting</dc:title>
  <dc:creator>#EMILHUS04</dc:creator>
  <cp:lastModifiedBy>EMIL AGHAYEV</cp:lastModifiedBy>
  <cp:revision>38</cp:revision>
  <dcterms:modified xsi:type="dcterms:W3CDTF">2026-05-17T15:59:49Z</dcterms:modified>
</cp:coreProperties>
</file>